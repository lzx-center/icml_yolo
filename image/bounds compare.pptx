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9346"/>
    <a:srgbClr val="D62728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656" y="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FE9D9-59D9-1B6C-AB17-41034FDCC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E59B57-EA6F-DF7D-80BF-5D2DEBA89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4BBAC5-16FA-119A-4F05-3CD3FC5C0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5BC5-E410-4B60-A8F7-5F599F911C34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CA2FBE-0A13-132F-0CB2-E154FA33D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743C2F-C20D-CDF2-00A6-C85A11670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C10D6-9C2E-4877-AFDA-3E007C7D11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633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511EE-87CD-B6A6-C417-109D17CEC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4219FF-CD19-3587-8724-E530F3C64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F67B20-3BA4-C2E9-05EC-F7F54504A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5BC5-E410-4B60-A8F7-5F599F911C34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4D9E5D-7E3F-1211-D053-45A88339E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4E46C5-6980-3096-FAC6-A3A65AC5D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C10D6-9C2E-4877-AFDA-3E007C7D11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411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718C18-9841-26C6-8D83-4EBB973E6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42EF43-0C29-4124-3261-35AED2337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053637-C2C4-3E22-6FF6-CDA7719BA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5BC5-E410-4B60-A8F7-5F599F911C34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5EDEB5-984C-A235-861A-90E361047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46E1B6-0E30-E040-887D-CD606608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C10D6-9C2E-4877-AFDA-3E007C7D11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332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FA1F9-DE17-3A04-ABDD-CA386E73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B3B299-F2D9-79F6-E5C9-1156F9C6F3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D8CE58-7D73-6469-208E-FC9E2F449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084453-4ED0-319C-ECD9-10042E1AD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5BC5-E410-4B60-A8F7-5F599F911C34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82A737-15B7-2A8B-11CD-32A68C5A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8DE02E-7313-6818-094D-BA8F248E7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C10D6-9C2E-4877-AFDA-3E007C7D11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639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5C21FE-7FFF-5C1B-6E78-DA2BB5858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9897A3-469D-FE70-F95C-512316CF0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B2628F-1AE8-C883-CDC8-1FCED8BAB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B88556B-7899-2051-354A-0036B7F3C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6261F9-4BA0-DAE6-6FC7-B869B21A73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A0BD678-A585-9832-BEF3-3017399C7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5BC5-E410-4B60-A8F7-5F599F911C34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C76FD3-BF41-A35F-F72A-5E4C94F0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9D0BAE-9E08-2A83-4129-9D839AE34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C10D6-9C2E-4877-AFDA-3E007C7D11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826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0E6BF-5A17-2DDE-55D0-FDD68D00F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E1379D-37F4-E733-C270-1791CB01C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5BC5-E410-4B60-A8F7-5F599F911C34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7A309C3-80C7-7887-E261-4A4584E6C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76DE9E-31E1-787A-5B01-AEB618344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C10D6-9C2E-4877-AFDA-3E007C7D11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44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DCD07A-A18A-9EED-9D13-FDECA2ACA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5BC5-E410-4B60-A8F7-5F599F911C34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DE325C4-3FE4-B272-1398-45CBED779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96CECD-93D3-22E9-00B0-F72AA9686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C10D6-9C2E-4877-AFDA-3E007C7D11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013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2F550D-D64D-7289-5E12-5158C0876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033B8A-1FDC-230F-B202-DD048D2F8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46738C-6129-C583-7014-ABEBC77E7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2703A5-13B9-ED80-8803-6EBBA79FB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5BC5-E410-4B60-A8F7-5F599F911C34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18BD9D-8B62-0C77-BD22-00022964F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94A2FB-E9B0-EE3B-1430-BB7B2CFCF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C10D6-9C2E-4877-AFDA-3E007C7D11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38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DB8391-7AD6-C5AC-A235-39C3CFB3A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F43C1F-B07C-A186-78E4-5A86818585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196188-8EF2-13BF-9823-D07740F81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053F7C-7B92-0491-01AD-CA23E831A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5BC5-E410-4B60-A8F7-5F599F911C34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3435B8-1308-B2B5-A898-75E991426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688A34-05B5-1182-2A9B-CD8DDF42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C10D6-9C2E-4877-AFDA-3E007C7D11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40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8E1E6E-E09C-792A-EE17-9DD4690E8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2583B3-F724-1DCE-CBC6-AF1E98753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977B29-F9A7-6505-F8C8-04895FE2B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5BC5-E410-4B60-A8F7-5F599F911C34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8A1F87-2332-853D-331D-74A4108EE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71CBFE-5ADA-C910-9743-5CA06638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C10D6-9C2E-4877-AFDA-3E007C7D11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906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36C4C9-3635-69F7-7730-F8378C5468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E0E6E6-DCAC-A462-B7E9-AB72E28F8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D0A46A-B14C-6D01-E843-DBC864284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B5BC5-E410-4B60-A8F7-5F599F911C34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525705-7B32-ED15-3A3B-3777701E9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6B4C23-F6CA-9D38-D238-CCBEBC9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C10D6-9C2E-4877-AFDA-3E007C7D11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169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4F2E26-F33F-B13F-D095-2BF8C8FE9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AA9F46-301E-41FE-2F68-1ED759F17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8373A8-5FEC-0DD6-7A7D-D3D0A0378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B5BC5-E410-4B60-A8F7-5F599F911C34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906F68-29BE-4F39-F5C2-C07583FC3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0B87EF-F2E0-781A-C97A-E67CA8EE1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2C10D6-9C2E-4877-AFDA-3E007C7D11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637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形 31">
            <a:extLst>
              <a:ext uri="{FF2B5EF4-FFF2-40B4-BE49-F238E27FC236}">
                <a16:creationId xmlns:a16="http://schemas.microsoft.com/office/drawing/2014/main" id="{C31A134E-37D0-42D1-111D-5FBFFEBF7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157" y="1965803"/>
            <a:ext cx="9792000" cy="3397472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1609AA4B-B52E-9A42-F843-161B31A33FBC}"/>
              </a:ext>
            </a:extLst>
          </p:cNvPr>
          <p:cNvGrpSpPr/>
          <p:nvPr/>
        </p:nvGrpSpPr>
        <p:grpSpPr>
          <a:xfrm>
            <a:off x="10378802" y="2716813"/>
            <a:ext cx="970561" cy="1424373"/>
            <a:chOff x="10349805" y="1788089"/>
            <a:chExt cx="970561" cy="1424373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D0CE69E3-86E9-4C70-F75C-44A084F3623C}"/>
                </a:ext>
              </a:extLst>
            </p:cNvPr>
            <p:cNvGrpSpPr/>
            <p:nvPr/>
          </p:nvGrpSpPr>
          <p:grpSpPr>
            <a:xfrm>
              <a:off x="10349805" y="1788089"/>
              <a:ext cx="970561" cy="707888"/>
              <a:chOff x="10349805" y="1788089"/>
              <a:chExt cx="970561" cy="707888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6B97E6C-7C7A-492F-E6A7-7BFC831221FE}"/>
                  </a:ext>
                </a:extLst>
              </p:cNvPr>
              <p:cNvSpPr/>
              <p:nvPr/>
            </p:nvSpPr>
            <p:spPr>
              <a:xfrm>
                <a:off x="10349805" y="2018922"/>
                <a:ext cx="163512" cy="268665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3BA6540C-18AB-C49E-D269-CD936FE4AE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3317" y="2018922"/>
                <a:ext cx="60976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w="sm" len="med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324826D-BC3E-2782-177E-23E622891745}"/>
                  </a:ext>
                </a:extLst>
              </p:cNvPr>
              <p:cNvSpPr txBox="1"/>
              <p:nvPr/>
            </p:nvSpPr>
            <p:spPr>
              <a:xfrm>
                <a:off x="10401852" y="1788089"/>
                <a:ext cx="9185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Square attack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48A501AB-439F-2722-28DE-EF5CEF5201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3317" y="2287587"/>
                <a:ext cx="60976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w="sm" len="med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AB0C83A-445C-195F-DF08-76DB775AECED}"/>
                  </a:ext>
                </a:extLst>
              </p:cNvPr>
              <p:cNvSpPr txBox="1"/>
              <p:nvPr/>
            </p:nvSpPr>
            <p:spPr>
              <a:xfrm>
                <a:off x="10401852" y="2249756"/>
                <a:ext cx="9185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PGD attack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74259FAD-4B6F-4B5E-7891-083BDF754058}"/>
                </a:ext>
              </a:extLst>
            </p:cNvPr>
            <p:cNvGrpSpPr/>
            <p:nvPr/>
          </p:nvGrpSpPr>
          <p:grpSpPr>
            <a:xfrm>
              <a:off x="10349805" y="2535760"/>
              <a:ext cx="901406" cy="400110"/>
              <a:chOff x="10362851" y="2535760"/>
              <a:chExt cx="901406" cy="400110"/>
            </a:xfrm>
          </p:grpSpPr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04719F8E-04AE-2814-811E-AE147CE3A2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62851" y="2720426"/>
                <a:ext cx="137417" cy="0"/>
              </a:xfrm>
              <a:prstGeom prst="line">
                <a:avLst/>
              </a:prstGeom>
              <a:ln w="25400">
                <a:solidFill>
                  <a:srgbClr val="D6272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BB16F53-C80D-37AC-00FB-36E4B904550F}"/>
                  </a:ext>
                </a:extLst>
              </p:cNvPr>
              <p:cNvSpPr txBox="1"/>
              <p:nvPr/>
            </p:nvSpPr>
            <p:spPr>
              <a:xfrm>
                <a:off x="10431560" y="2535760"/>
                <a:ext cx="8326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Verification</a:t>
                </a:r>
              </a:p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(Ours)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24A69319-03C8-D88C-4C90-D89699088994}"/>
                </a:ext>
              </a:extLst>
            </p:cNvPr>
            <p:cNvGrpSpPr/>
            <p:nvPr/>
          </p:nvGrpSpPr>
          <p:grpSpPr>
            <a:xfrm>
              <a:off x="10349805" y="2966241"/>
              <a:ext cx="901406" cy="246221"/>
              <a:chOff x="10362851" y="2966241"/>
              <a:chExt cx="901406" cy="246221"/>
            </a:xfrm>
          </p:grpSpPr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39E8758-A757-3C51-38E8-49596119CF5D}"/>
                  </a:ext>
                </a:extLst>
              </p:cNvPr>
              <p:cNvSpPr txBox="1"/>
              <p:nvPr/>
            </p:nvSpPr>
            <p:spPr>
              <a:xfrm>
                <a:off x="10431560" y="2966241"/>
                <a:ext cx="83269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RCP</a:t>
                </a:r>
                <a:r>
                  <a:rPr lang="en-US" altLang="zh-CN" sz="1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zh-CN" altLang="en-US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D93C7A08-60A6-8A75-8E17-1531982C8E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62851" y="3081657"/>
                <a:ext cx="137417" cy="0"/>
              </a:xfrm>
              <a:prstGeom prst="line">
                <a:avLst/>
              </a:prstGeom>
              <a:ln w="25400">
                <a:solidFill>
                  <a:srgbClr val="EB93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694071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CENTER liu</dc:creator>
  <cp:lastModifiedBy>CENTER liu</cp:lastModifiedBy>
  <cp:revision>9</cp:revision>
  <dcterms:created xsi:type="dcterms:W3CDTF">2025-05-11T07:38:49Z</dcterms:created>
  <dcterms:modified xsi:type="dcterms:W3CDTF">2025-05-11T08:09:34Z</dcterms:modified>
</cp:coreProperties>
</file>