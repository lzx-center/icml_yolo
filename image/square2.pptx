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494" y="4205279"/>
            <a:ext cx="2328857" cy="2633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CENTER liu</dc:creator>
  <dc:title>C:\Users\z8701\Documents\Drawing2 Model (1)</dc:title>
  <dcterms:created xsi:type="dcterms:W3CDTF">2025-01-05T11:25:51Z</dcterms:created>
  <dcterms:modified xsi:type="dcterms:W3CDTF">2025-01-05T11:25:51Z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2025-01-05T00:00:00Z</vt:filetime>
  </property>
  <property fmtid="{D5CDD505-2E9C-101B-9397-08002B2CF9AE}" pid="3" name="LastSaved">
    <vt:filetime>2025-01-05T00:00:00Z</vt:filetime>
  </property>
  <property fmtid="{D5CDD505-2E9C-101B-9397-08002B2CF9AE}" pid="4" name="Producer">
    <vt:lpwstr>Microsoft: Print To PDF</vt:lpwstr>
  </property>
</Properties>
</file>