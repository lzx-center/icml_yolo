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4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48BE1-ABFC-47CD-B70F-E15E057823C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005BB-0E45-4BE5-A682-49E75192D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5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005BB-0E45-4BE5-A682-49E75192D73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95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18116-F771-9B64-210B-FFB7C7EA9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479CC6-DB78-BAFC-B88C-14848BFA3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542AA-3301-61C6-4897-45FDA4B5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194672-9F46-6BEA-136C-50333271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ECA01-FAE8-0FF5-997C-E5C18D61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44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F0A8C-AF88-00F3-758F-44B6D181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7DBED4-E1FB-83E6-BF2A-5E81A18FC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5452D-DCF0-5871-3543-19699989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05CB7F-507C-068B-5725-E4FCC14D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4100F-C119-A3F6-1277-FA9C84AE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32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E99FF-4C18-6845-3BEC-C3D8C43E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128CA3-E948-4093-C2C4-A9A9BDA1C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71E61-7512-5F94-2621-A7B36535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A9BDE-2238-95C1-072D-BB969D4A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1DF6F0-3D14-60E5-3F05-6E40E2D3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5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B1BD8-8ACD-CB67-BBDC-C90926C4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A3EFEA-5A99-FE09-7480-F6D65C85F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322E21-5582-1D90-C894-931338C18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AFFAFD-FEF2-68A4-0A41-BB50667A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34CF70-7BC7-BF24-3A58-4AE3F353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158B9-7894-05DB-4202-753E3221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48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F8774-8C12-C64E-38A1-9BB50781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AC8FAE-B493-8DBE-E1E5-00FC619CD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D7DE4-D131-FB8D-0179-03B999526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1321AC-1440-3B6F-FCBF-203A4508F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429375-E433-2CCC-3A62-9ED259D98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B5C69A-01FE-902F-4521-45196682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5A2314-7892-F28A-569C-CDDD4212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9752C0-E4F9-6CEB-5E6F-0BDAE995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29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9F598-9530-92F8-D835-B6964B1D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A48049-475F-8707-576E-BCB30300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56DB7E-A6CC-2DA6-6A13-A3B9C102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63C14A-0327-431C-BD1C-E17F5843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63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789888-8F3D-532F-DBD3-7E7AABF3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C8D56E-D93C-B443-C07F-91CE9D90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E69C4-6B94-C19E-76ED-CAF1F83B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34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C5297-D052-F241-3BB4-F0A52500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1C7AF-24DE-30E0-A401-5C8C9FAF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63B201-7724-40D8-586C-4EEC6C7C8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744CAD-D9CF-89BD-37F7-7DA881B7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21D03-CBB9-CF0E-6E59-96D45F42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475E1A-FD6C-CCE3-C672-5A352036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21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4FBBC-8F26-1471-6EC5-5612CF3D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DD23BE-9945-FB16-6C4B-C3CABDD59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4E861-629C-CB3A-1519-1AF006252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A75D9B-1F60-DF64-B8A0-FB0E339B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81176D-3424-5203-FA8C-484E16E3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D02526-26DA-9A44-EAE8-8F45BE2B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52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1A068-35E2-8345-51DA-E0596312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837045-CCF9-EE1E-0120-B68367C02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B8976-A425-B92A-7C8F-EB697ED78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97F732-6CF7-BECF-1D8C-486D1F5E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EFD17-B194-78D8-FD6A-738773DE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31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9F50E2-08A4-3B04-0D12-4E324A6FA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742504-E4BB-4689-54F0-204005DCF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C58E0-B487-5701-6C15-BD3695AA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0D7DEB-7531-906C-8E04-DD418EB5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0066A-6169-A5D8-0AC0-8BA9A08E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20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8D7441-7119-5CCC-B86D-6FC2D7D7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FDBA3C-A291-2024-3FB9-3F12BCF1A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4B83A-E05E-AF80-00EE-12E15C7FF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0845B-04D8-4BAE-AF85-A8307347648E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2AB365-D6A4-C7CA-1F06-670E4BE1F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62FE6D-2073-5753-B206-03A8836E0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6737E-6439-4A24-8CE4-C52E3908E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89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w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.wmf"/><Relationship Id="rId9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4B91A651-E72E-7EFD-91E8-A3C576DF4D37}"/>
              </a:ext>
            </a:extLst>
          </p:cNvPr>
          <p:cNvSpPr/>
          <p:nvPr/>
        </p:nvSpPr>
        <p:spPr>
          <a:xfrm>
            <a:off x="92401" y="1241502"/>
            <a:ext cx="11995579" cy="4123604"/>
          </a:xfrm>
          <a:prstGeom prst="roundRect">
            <a:avLst>
              <a:gd name="adj" fmla="val 72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F5BBD4F4-099E-1F02-2949-0FBB97381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102480"/>
              </p:ext>
            </p:extLst>
          </p:nvPr>
        </p:nvGraphicFramePr>
        <p:xfrm>
          <a:off x="427676" y="1437497"/>
          <a:ext cx="22923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215640" progId="Equation.DSMT4">
                  <p:embed/>
                </p:oleObj>
              </mc:Choice>
              <mc:Fallback>
                <p:oleObj name="Equation" r:id="rId3" imgW="990360" imgH="215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758FAC1-5401-888A-9F35-68E6E0F02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676" y="1437497"/>
                        <a:ext cx="2292350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C19EC8CB-39A9-5D05-DD2F-3EA5C16A8015}"/>
              </a:ext>
            </a:extLst>
          </p:cNvPr>
          <p:cNvGrpSpPr/>
          <p:nvPr/>
        </p:nvGrpSpPr>
        <p:grpSpPr>
          <a:xfrm>
            <a:off x="9346228" y="2282586"/>
            <a:ext cx="2520000" cy="2772000"/>
            <a:chOff x="9196594" y="2272233"/>
            <a:chExt cx="2520000" cy="2772000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D80EFD32-D23B-4A8C-3B12-2FC8A3DAA39A}"/>
                </a:ext>
              </a:extLst>
            </p:cNvPr>
            <p:cNvSpPr/>
            <p:nvPr/>
          </p:nvSpPr>
          <p:spPr>
            <a:xfrm>
              <a:off x="9196594" y="2272233"/>
              <a:ext cx="2520000" cy="2772000"/>
            </a:xfrm>
            <a:prstGeom prst="roundRect">
              <a:avLst>
                <a:gd name="adj" fmla="val 6699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499E8CD9-E1DC-3371-B18A-753F4A839E96}"/>
                </a:ext>
              </a:extLst>
            </p:cNvPr>
            <p:cNvSpPr txBox="1"/>
            <p:nvPr/>
          </p:nvSpPr>
          <p:spPr>
            <a:xfrm>
              <a:off x="9342349" y="2275627"/>
              <a:ext cx="2228495" cy="400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Bounds Refinement</a:t>
              </a:r>
              <a:endParaRPr lang="zh-CN" altLang="en-US" sz="20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4A7A239-28D0-739D-CFF7-AF481D7B6DA1}"/>
                </a:ext>
              </a:extLst>
            </p:cNvPr>
            <p:cNvGrpSpPr/>
            <p:nvPr/>
          </p:nvGrpSpPr>
          <p:grpSpPr>
            <a:xfrm>
              <a:off x="9376594" y="2699918"/>
              <a:ext cx="2160000" cy="2160000"/>
              <a:chOff x="9376594" y="2679699"/>
              <a:chExt cx="2160000" cy="2160000"/>
            </a:xfrm>
          </p:grpSpPr>
          <p:sp>
            <p:nvSpPr>
              <p:cNvPr id="130" name="矩形: 圆角 129">
                <a:extLst>
                  <a:ext uri="{FF2B5EF4-FFF2-40B4-BE49-F238E27FC236}">
                    <a16:creationId xmlns:a16="http://schemas.microsoft.com/office/drawing/2014/main" id="{5EAED299-776D-1E2A-4668-D2E75C1500FA}"/>
                  </a:ext>
                </a:extLst>
              </p:cNvPr>
              <p:cNvSpPr/>
              <p:nvPr/>
            </p:nvSpPr>
            <p:spPr>
              <a:xfrm>
                <a:off x="9376594" y="2679699"/>
                <a:ext cx="2160000" cy="2160000"/>
              </a:xfrm>
              <a:prstGeom prst="roundRect">
                <a:avLst>
                  <a:gd name="adj" fmla="val 669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9" dirty="0"/>
              </a:p>
            </p:txBody>
          </p:sp>
          <p:pic>
            <p:nvPicPr>
              <p:cNvPr id="131" name="object 2">
                <a:extLst>
                  <a:ext uri="{FF2B5EF4-FFF2-40B4-BE49-F238E27FC236}">
                    <a16:creationId xmlns:a16="http://schemas.microsoft.com/office/drawing/2014/main" id="{FA66CCE9-9F74-A715-A1D8-CA861DD1610E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556594" y="2787699"/>
                <a:ext cx="1800000" cy="1944000"/>
              </a:xfrm>
              <a:prstGeom prst="rect">
                <a:avLst/>
              </a:prstGeom>
            </p:spPr>
          </p:pic>
        </p:grpSp>
      </p:grpSp>
      <p:sp>
        <p:nvSpPr>
          <p:cNvPr id="78" name="椭圆 77">
            <a:extLst>
              <a:ext uri="{FF2B5EF4-FFF2-40B4-BE49-F238E27FC236}">
                <a16:creationId xmlns:a16="http://schemas.microsoft.com/office/drawing/2014/main" id="{95BCF7AA-C13D-9C41-0421-DDB6088C5F5D}"/>
              </a:ext>
            </a:extLst>
          </p:cNvPr>
          <p:cNvSpPr>
            <a:spLocks noChangeAspect="1"/>
          </p:cNvSpPr>
          <p:nvPr/>
        </p:nvSpPr>
        <p:spPr>
          <a:xfrm>
            <a:off x="4379065" y="1387261"/>
            <a:ext cx="418510" cy="41851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598" b="1" dirty="0">
                <a:sym typeface="Wingdings 2" panose="05020102010507070707" pitchFamily="18" charset="2"/>
              </a:rPr>
              <a:t></a:t>
            </a:r>
            <a:endParaRPr lang="zh-CN" altLang="en-US" sz="1598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995F3A8-F0C8-83D1-7EE2-35A58C3E1FE3}"/>
              </a:ext>
            </a:extLst>
          </p:cNvPr>
          <p:cNvSpPr txBox="1"/>
          <p:nvPr/>
        </p:nvSpPr>
        <p:spPr>
          <a:xfrm>
            <a:off x="4705296" y="1712547"/>
            <a:ext cx="2117468" cy="5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one box always detect correct</a:t>
            </a:r>
            <a:endParaRPr lang="zh-CN" altLang="en-US" sz="15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A6A8B151-8B05-6137-E381-93291C6D43E7}"/>
              </a:ext>
            </a:extLst>
          </p:cNvPr>
          <p:cNvCxnSpPr>
            <a:cxnSpLocks/>
            <a:stCxn id="126" idx="0"/>
            <a:endCxn id="78" idx="4"/>
          </p:cNvCxnSpPr>
          <p:nvPr/>
        </p:nvCxnSpPr>
        <p:spPr>
          <a:xfrm flipV="1">
            <a:off x="4588320" y="1805771"/>
            <a:ext cx="0" cy="476815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E01CBE31-5881-DD61-A8B9-472D7CB2AC98}"/>
              </a:ext>
            </a:extLst>
          </p:cNvPr>
          <p:cNvCxnSpPr>
            <a:cxnSpLocks/>
            <a:stCxn id="116" idx="0"/>
            <a:endCxn id="80" idx="4"/>
          </p:cNvCxnSpPr>
          <p:nvPr/>
        </p:nvCxnSpPr>
        <p:spPr>
          <a:xfrm flipH="1" flipV="1">
            <a:off x="7590631" y="1805771"/>
            <a:ext cx="1432" cy="476815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8DE6B322-F9F6-FFD6-F222-7B6E60E8C75B}"/>
                  </a:ext>
                </a:extLst>
              </p:cNvPr>
              <p:cNvSpPr txBox="1"/>
              <p:nvPr/>
            </p:nvSpPr>
            <p:spPr>
              <a:xfrm>
                <a:off x="6871691" y="1830451"/>
                <a:ext cx="2117468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CN" sz="1799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1799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</m:oMath>
                  </m:oMathPara>
                </a14:m>
                <a:endParaRPr lang="zh-CN" altLang="en-US" sz="17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8DE6B322-F9F6-FFD6-F222-7B6E60E8C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691" y="1830451"/>
                <a:ext cx="2117468" cy="3692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C6FCCBA-8D54-0DC1-18C5-7E516930F221}"/>
              </a:ext>
            </a:extLst>
          </p:cNvPr>
          <p:cNvCxnSpPr>
            <a:cxnSpLocks/>
            <a:stCxn id="126" idx="3"/>
            <a:endCxn id="116" idx="1"/>
          </p:cNvCxnSpPr>
          <p:nvPr/>
        </p:nvCxnSpPr>
        <p:spPr>
          <a:xfrm>
            <a:off x="5848320" y="3668586"/>
            <a:ext cx="483743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ED4BE5A-9119-3893-A0FA-DF4EB30B1062}"/>
              </a:ext>
            </a:extLst>
          </p:cNvPr>
          <p:cNvCxnSpPr>
            <a:cxnSpLocks/>
            <a:stCxn id="116" idx="3"/>
            <a:endCxn id="132" idx="1"/>
          </p:cNvCxnSpPr>
          <p:nvPr/>
        </p:nvCxnSpPr>
        <p:spPr>
          <a:xfrm>
            <a:off x="8852063" y="3668586"/>
            <a:ext cx="494165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F528D12F-FFC7-E0C3-AD2C-5F257B09E704}"/>
              </a:ext>
            </a:extLst>
          </p:cNvPr>
          <p:cNvCxnSpPr>
            <a:cxnSpLocks/>
            <a:stCxn id="138" idx="3"/>
            <a:endCxn id="126" idx="1"/>
          </p:cNvCxnSpPr>
          <p:nvPr/>
        </p:nvCxnSpPr>
        <p:spPr>
          <a:xfrm>
            <a:off x="2833851" y="3668586"/>
            <a:ext cx="494469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0E6C2C30-5496-6E38-5059-13C47B0163C9}"/>
              </a:ext>
            </a:extLst>
          </p:cNvPr>
          <p:cNvCxnSpPr>
            <a:cxnSpLocks/>
            <a:stCxn id="132" idx="2"/>
            <a:endCxn id="126" idx="2"/>
          </p:cNvCxnSpPr>
          <p:nvPr/>
        </p:nvCxnSpPr>
        <p:spPr>
          <a:xfrm rot="5400000">
            <a:off x="7597274" y="2045632"/>
            <a:ext cx="12700" cy="6017908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6F52107-00AE-3DC0-0FA2-679696A357D9}"/>
              </a:ext>
            </a:extLst>
          </p:cNvPr>
          <p:cNvCxnSpPr>
            <a:cxnSpLocks/>
          </p:cNvCxnSpPr>
          <p:nvPr/>
        </p:nvCxnSpPr>
        <p:spPr>
          <a:xfrm>
            <a:off x="1574512" y="1935972"/>
            <a:ext cx="1" cy="32400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61D0302B-FCAD-87ED-4828-54F15BDA8DF1}"/>
              </a:ext>
            </a:extLst>
          </p:cNvPr>
          <p:cNvSpPr>
            <a:spLocks noChangeAspect="1"/>
          </p:cNvSpPr>
          <p:nvPr/>
        </p:nvSpPr>
        <p:spPr>
          <a:xfrm>
            <a:off x="7381376" y="1387261"/>
            <a:ext cx="418510" cy="4185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598" b="1" dirty="0">
                <a:sym typeface="Wingdings 2" panose="05020102010507070707" pitchFamily="18" charset="2"/>
              </a:rPr>
              <a:t></a:t>
            </a:r>
            <a:endParaRPr lang="zh-CN" altLang="en-US" sz="1598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F0E68730-7031-9454-EEB7-8CA8819B25CC}"/>
              </a:ext>
            </a:extLst>
          </p:cNvPr>
          <p:cNvSpPr txBox="1"/>
          <p:nvPr/>
        </p:nvSpPr>
        <p:spPr>
          <a:xfrm>
            <a:off x="4799839" y="1427098"/>
            <a:ext cx="1014458" cy="33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endParaRPr lang="zh-CN" altLang="en-US" sz="15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5DFC11-9B16-1A48-00A8-3ADD549C1303}"/>
              </a:ext>
            </a:extLst>
          </p:cNvPr>
          <p:cNvSpPr txBox="1"/>
          <p:nvPr/>
        </p:nvSpPr>
        <p:spPr>
          <a:xfrm>
            <a:off x="7759030" y="1435117"/>
            <a:ext cx="1014458" cy="33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Unsafe</a:t>
            </a:r>
            <a:endParaRPr lang="zh-CN" altLang="en-US" sz="15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2FB59-F3E9-BC52-50DA-7BB942968571}"/>
              </a:ext>
            </a:extLst>
          </p:cNvPr>
          <p:cNvGrpSpPr/>
          <p:nvPr/>
        </p:nvGrpSpPr>
        <p:grpSpPr>
          <a:xfrm>
            <a:off x="313851" y="2279806"/>
            <a:ext cx="2520000" cy="2774780"/>
            <a:chOff x="469891" y="2272085"/>
            <a:chExt cx="2520000" cy="2774780"/>
          </a:xfrm>
        </p:grpSpPr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D1D893EA-8D90-C192-AF8F-32301DEB8537}"/>
                </a:ext>
              </a:extLst>
            </p:cNvPr>
            <p:cNvSpPr/>
            <p:nvPr/>
          </p:nvSpPr>
          <p:spPr>
            <a:xfrm>
              <a:off x="469891" y="2274865"/>
              <a:ext cx="2520000" cy="2772000"/>
            </a:xfrm>
            <a:prstGeom prst="roundRect">
              <a:avLst>
                <a:gd name="adj" fmla="val 6699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317D9FF9-3EDC-4875-AF07-0886345A0CD7}"/>
                </a:ext>
              </a:extLst>
            </p:cNvPr>
            <p:cNvSpPr txBox="1"/>
            <p:nvPr/>
          </p:nvSpPr>
          <p:spPr>
            <a:xfrm>
              <a:off x="473650" y="2272085"/>
              <a:ext cx="2512483" cy="400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Approximation</a:t>
              </a:r>
              <a:endParaRPr lang="zh-CN" altLang="en-US" sz="20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488E862-421F-4BD8-B859-D2BB5F387079}"/>
                </a:ext>
              </a:extLst>
            </p:cNvPr>
            <p:cNvGrpSpPr/>
            <p:nvPr/>
          </p:nvGrpSpPr>
          <p:grpSpPr>
            <a:xfrm>
              <a:off x="649891" y="2699918"/>
              <a:ext cx="2160000" cy="2160000"/>
              <a:chOff x="649891" y="2699918"/>
              <a:chExt cx="2160000" cy="2160000"/>
            </a:xfrm>
          </p:grpSpPr>
          <p:sp>
            <p:nvSpPr>
              <p:cNvPr id="136" name="矩形: 圆角 135">
                <a:extLst>
                  <a:ext uri="{FF2B5EF4-FFF2-40B4-BE49-F238E27FC236}">
                    <a16:creationId xmlns:a16="http://schemas.microsoft.com/office/drawing/2014/main" id="{26A60474-324A-B38A-6885-79873CCF7CEA}"/>
                  </a:ext>
                </a:extLst>
              </p:cNvPr>
              <p:cNvSpPr/>
              <p:nvPr/>
            </p:nvSpPr>
            <p:spPr>
              <a:xfrm>
                <a:off x="649891" y="2699918"/>
                <a:ext cx="2160000" cy="2160000"/>
              </a:xfrm>
              <a:prstGeom prst="roundRect">
                <a:avLst>
                  <a:gd name="adj" fmla="val 669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9" dirty="0"/>
              </a:p>
            </p:txBody>
          </p:sp>
          <p:pic>
            <p:nvPicPr>
              <p:cNvPr id="137" name="object 2">
                <a:extLst>
                  <a:ext uri="{FF2B5EF4-FFF2-40B4-BE49-F238E27FC236}">
                    <a16:creationId xmlns:a16="http://schemas.microsoft.com/office/drawing/2014/main" id="{08EEFFBB-8557-2E15-805E-A63D9B7D1BBF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9891" y="2807918"/>
                <a:ext cx="1800000" cy="1944000"/>
              </a:xfrm>
              <a:prstGeom prst="rect">
                <a:avLst/>
              </a:prstGeom>
            </p:spPr>
          </p:pic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2C699AA-EAD7-6B46-811C-5097817D260B}"/>
              </a:ext>
            </a:extLst>
          </p:cNvPr>
          <p:cNvGrpSpPr/>
          <p:nvPr/>
        </p:nvGrpSpPr>
        <p:grpSpPr>
          <a:xfrm>
            <a:off x="3328320" y="2282586"/>
            <a:ext cx="2520000" cy="2772000"/>
            <a:chOff x="3382469" y="2274865"/>
            <a:chExt cx="2520000" cy="2772000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A2E71A47-D51F-B4AC-ED2D-F1C2463AE9A9}"/>
                </a:ext>
              </a:extLst>
            </p:cNvPr>
            <p:cNvSpPr/>
            <p:nvPr/>
          </p:nvSpPr>
          <p:spPr>
            <a:xfrm>
              <a:off x="3382469" y="2274865"/>
              <a:ext cx="2520000" cy="2772000"/>
            </a:xfrm>
            <a:prstGeom prst="roundRect">
              <a:avLst>
                <a:gd name="adj" fmla="val 584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EAE5E722-56D4-8755-326D-86BF6F543938}"/>
                </a:ext>
              </a:extLst>
            </p:cNvPr>
            <p:cNvSpPr txBox="1"/>
            <p:nvPr/>
          </p:nvSpPr>
          <p:spPr>
            <a:xfrm>
              <a:off x="3642835" y="2301890"/>
              <a:ext cx="2007923" cy="40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NMS Verification</a:t>
              </a:r>
              <a:endParaRPr lang="zh-CN" altLang="en-US" sz="20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85B0207-998C-42F0-6940-A8508225116C}"/>
                </a:ext>
              </a:extLst>
            </p:cNvPr>
            <p:cNvGrpSpPr/>
            <p:nvPr/>
          </p:nvGrpSpPr>
          <p:grpSpPr>
            <a:xfrm>
              <a:off x="3575850" y="2699918"/>
              <a:ext cx="2160000" cy="2160000"/>
              <a:chOff x="3575850" y="2699918"/>
              <a:chExt cx="2160000" cy="2160000"/>
            </a:xfrm>
          </p:grpSpPr>
          <p:sp>
            <p:nvSpPr>
              <p:cNvPr id="124" name="矩形: 圆角 123">
                <a:extLst>
                  <a:ext uri="{FF2B5EF4-FFF2-40B4-BE49-F238E27FC236}">
                    <a16:creationId xmlns:a16="http://schemas.microsoft.com/office/drawing/2014/main" id="{C58A54C5-3997-3264-4A4F-5170C5E42D71}"/>
                  </a:ext>
                </a:extLst>
              </p:cNvPr>
              <p:cNvSpPr/>
              <p:nvPr/>
            </p:nvSpPr>
            <p:spPr>
              <a:xfrm>
                <a:off x="3575850" y="2699918"/>
                <a:ext cx="2160000" cy="2160000"/>
              </a:xfrm>
              <a:prstGeom prst="roundRect">
                <a:avLst>
                  <a:gd name="adj" fmla="val 669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9" dirty="0"/>
              </a:p>
            </p:txBody>
          </p:sp>
          <p:pic>
            <p:nvPicPr>
              <p:cNvPr id="125" name="object 2">
                <a:extLst>
                  <a:ext uri="{FF2B5EF4-FFF2-40B4-BE49-F238E27FC236}">
                    <a16:creationId xmlns:a16="http://schemas.microsoft.com/office/drawing/2014/main" id="{6F0C6326-64FE-68B4-28F3-41A7DFEB2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755850" y="2808414"/>
                <a:ext cx="1800000" cy="1943008"/>
              </a:xfrm>
              <a:prstGeom prst="rect">
                <a:avLst/>
              </a:prstGeom>
            </p:spPr>
          </p:pic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239D0FC9-E5D8-BBB7-AB42-2696704B75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96247" y="3280825"/>
                <a:ext cx="108000" cy="108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9" dirty="0"/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A54F9D7-78E8-75A6-34DF-AE5BBEA831B4}"/>
              </a:ext>
            </a:extLst>
          </p:cNvPr>
          <p:cNvGrpSpPr/>
          <p:nvPr/>
        </p:nvGrpSpPr>
        <p:grpSpPr>
          <a:xfrm>
            <a:off x="4723132" y="4536256"/>
            <a:ext cx="959954" cy="309183"/>
            <a:chOff x="4784292" y="4558202"/>
            <a:chExt cx="959954" cy="338234"/>
          </a:xfrm>
        </p:grpSpPr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F8F6FD3F-4218-3921-D3DA-A55522E8A2F2}"/>
                </a:ext>
              </a:extLst>
            </p:cNvPr>
            <p:cNvSpPr txBox="1"/>
            <p:nvPr/>
          </p:nvSpPr>
          <p:spPr>
            <a:xfrm>
              <a:off x="4784292" y="4558202"/>
              <a:ext cx="846934" cy="338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Suspect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3" name="对象 122">
              <a:extLst>
                <a:ext uri="{FF2B5EF4-FFF2-40B4-BE49-F238E27FC236}">
                  <a16:creationId xmlns:a16="http://schemas.microsoft.com/office/drawing/2014/main" id="{33577966-A01F-C6C0-87BE-F0D62523F1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3623178"/>
                </p:ext>
              </p:extLst>
            </p:nvPr>
          </p:nvGraphicFramePr>
          <p:xfrm>
            <a:off x="5517629" y="4619461"/>
            <a:ext cx="226617" cy="276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39680" progId="Equation.DSMT4">
                    <p:embed/>
                  </p:oleObj>
                </mc:Choice>
                <mc:Fallback>
                  <p:oleObj name="Equation" r:id="rId8" imgW="114120" imgH="139680" progId="Equation.DSMT4">
                    <p:embed/>
                    <p:pic>
                      <p:nvPicPr>
                        <p:cNvPr id="155" name="对象 154">
                          <a:extLst>
                            <a:ext uri="{FF2B5EF4-FFF2-40B4-BE49-F238E27FC236}">
                              <a16:creationId xmlns:a16="http://schemas.microsoft.com/office/drawing/2014/main" id="{23E95B30-570B-8F79-77C4-4C6B613D87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517629" y="4619461"/>
                          <a:ext cx="226617" cy="276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0BB11B9-07FA-309D-2756-0DE64EE8E628}"/>
              </a:ext>
            </a:extLst>
          </p:cNvPr>
          <p:cNvGrpSpPr/>
          <p:nvPr/>
        </p:nvGrpSpPr>
        <p:grpSpPr>
          <a:xfrm>
            <a:off x="6332063" y="2238375"/>
            <a:ext cx="2520000" cy="2816211"/>
            <a:chOff x="6289531" y="2228022"/>
            <a:chExt cx="2520000" cy="2816211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3F44E0DE-CFC1-B01B-E800-944B1D0C3CBA}"/>
                </a:ext>
              </a:extLst>
            </p:cNvPr>
            <p:cNvSpPr/>
            <p:nvPr/>
          </p:nvSpPr>
          <p:spPr>
            <a:xfrm>
              <a:off x="6289531" y="2272233"/>
              <a:ext cx="2520000" cy="2772000"/>
            </a:xfrm>
            <a:prstGeom prst="roundRect">
              <a:avLst>
                <a:gd name="adj" fmla="val 6699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7" name="对象 116">
              <a:extLst>
                <a:ext uri="{FF2B5EF4-FFF2-40B4-BE49-F238E27FC236}">
                  <a16:creationId xmlns:a16="http://schemas.microsoft.com/office/drawing/2014/main" id="{92F71CDF-F1D2-E4DF-6A92-ED335C0AF4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717216"/>
                </p:ext>
              </p:extLst>
            </p:nvPr>
          </p:nvGraphicFramePr>
          <p:xfrm>
            <a:off x="6374143" y="2228022"/>
            <a:ext cx="2347913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65160" imgH="203040" progId="Equation.DSMT4">
                    <p:embed/>
                  </p:oleObj>
                </mc:Choice>
                <mc:Fallback>
                  <p:oleObj name="Equation" r:id="rId10" imgW="965160" imgH="203040" progId="Equation.DSMT4">
                    <p:embed/>
                    <p:pic>
                      <p:nvPicPr>
                        <p:cNvPr id="156" name="对象 155">
                          <a:extLst>
                            <a:ext uri="{FF2B5EF4-FFF2-40B4-BE49-F238E27FC236}">
                              <a16:creationId xmlns:a16="http://schemas.microsoft.com/office/drawing/2014/main" id="{68DAD372-B154-96A4-27F0-F0F4CBAA1E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374143" y="2228022"/>
                          <a:ext cx="2347913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D5EF36D-0362-C1AC-D0C4-3ED4EFA1BE64}"/>
                </a:ext>
              </a:extLst>
            </p:cNvPr>
            <p:cNvGrpSpPr/>
            <p:nvPr/>
          </p:nvGrpSpPr>
          <p:grpSpPr>
            <a:xfrm>
              <a:off x="6482380" y="2699918"/>
              <a:ext cx="2160000" cy="2160000"/>
              <a:chOff x="6482380" y="2692344"/>
              <a:chExt cx="2160000" cy="216000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E4FFEC77-1CC3-AA6A-6D3A-8A01D91BE453}"/>
                  </a:ext>
                </a:extLst>
              </p:cNvPr>
              <p:cNvGrpSpPr/>
              <p:nvPr/>
            </p:nvGrpSpPr>
            <p:grpSpPr>
              <a:xfrm>
                <a:off x="6482380" y="2692344"/>
                <a:ext cx="2160000" cy="2160000"/>
                <a:chOff x="6482380" y="2692344"/>
                <a:chExt cx="2160000" cy="2160000"/>
              </a:xfrm>
            </p:grpSpPr>
            <p:sp>
              <p:nvSpPr>
                <p:cNvPr id="109" name="矩形: 圆角 108">
                  <a:extLst>
                    <a:ext uri="{FF2B5EF4-FFF2-40B4-BE49-F238E27FC236}">
                      <a16:creationId xmlns:a16="http://schemas.microsoft.com/office/drawing/2014/main" id="{0F701492-E587-2720-929C-FC0FC65A1B1E}"/>
                    </a:ext>
                  </a:extLst>
                </p:cNvPr>
                <p:cNvSpPr/>
                <p:nvPr/>
              </p:nvSpPr>
              <p:spPr>
                <a:xfrm>
                  <a:off x="6482380" y="2692344"/>
                  <a:ext cx="2160000" cy="2160000"/>
                </a:xfrm>
                <a:prstGeom prst="roundRect">
                  <a:avLst>
                    <a:gd name="adj" fmla="val 6699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/>
                </a:p>
              </p:txBody>
            </p:sp>
            <p:pic>
              <p:nvPicPr>
                <p:cNvPr id="111" name="object 2">
                  <a:extLst>
                    <a:ext uri="{FF2B5EF4-FFF2-40B4-BE49-F238E27FC236}">
                      <a16:creationId xmlns:a16="http://schemas.microsoft.com/office/drawing/2014/main" id="{E25E9C22-F173-B960-193A-EE03B55DF5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6662380" y="2800840"/>
                  <a:ext cx="1800000" cy="1943008"/>
                </a:xfrm>
                <a:prstGeom prst="rect">
                  <a:avLst/>
                </a:prstGeom>
              </p:spPr>
            </p:pic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8CBDC6B6-316E-51B6-B82C-4C19B8F289F2}"/>
                  </a:ext>
                </a:extLst>
              </p:cNvPr>
              <p:cNvGrpSpPr/>
              <p:nvPr/>
            </p:nvGrpSpPr>
            <p:grpSpPr>
              <a:xfrm>
                <a:off x="7916731" y="3073011"/>
                <a:ext cx="606339" cy="626070"/>
                <a:chOff x="7916731" y="3073011"/>
                <a:chExt cx="606339" cy="626070"/>
              </a:xfrm>
            </p:grpSpPr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13C961BA-DB3D-4E8A-556F-B86FBA236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69209" y="3334825"/>
                  <a:ext cx="296550" cy="165102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1746550C-2B90-6F81-FD85-6F99341B07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15070" y="3288440"/>
                  <a:ext cx="108000" cy="1030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/>
                </a:p>
              </p:txBody>
            </p: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E59A2623-E150-0EA9-E959-F5AB4781CE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18520" y="3073011"/>
                  <a:ext cx="84868" cy="62607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133FFD52-6051-771A-6213-03A6933405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16731" y="3487804"/>
                  <a:ext cx="377307" cy="24245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90024036-9732-9F21-5FD3-FCA6B4810A21}"/>
                  </a:ext>
                </a:extLst>
              </p:cNvPr>
              <p:cNvSpPr txBox="1"/>
              <p:nvPr/>
            </p:nvSpPr>
            <p:spPr>
              <a:xfrm>
                <a:off x="7894166" y="4521665"/>
                <a:ext cx="792435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CN" sz="1799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CN" sz="1799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</m:oMath>
                  </m:oMathPara>
                </a14:m>
                <a:endParaRPr lang="zh-CN" altLang="en-US" sz="17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90024036-9732-9F21-5FD3-FCA6B4810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166" y="4521665"/>
                <a:ext cx="792435" cy="3692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62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</Words>
  <Application>Microsoft Office PowerPoint</Application>
  <PresentationFormat>宽屏</PresentationFormat>
  <Paragraphs>12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Times New Roman</vt:lpstr>
      <vt:lpstr>Wingdings 2</vt:lpstr>
      <vt:lpstr>Office 主题​​</vt:lpstr>
      <vt:lpstr>MathType 7.0 Equation</vt:lpstr>
      <vt:lpstr>Equation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CENTER liu</dc:creator>
  <cp:lastModifiedBy>CENTER liu</cp:lastModifiedBy>
  <cp:revision>58</cp:revision>
  <cp:lastPrinted>2025-01-05T15:37:22Z</cp:lastPrinted>
  <dcterms:created xsi:type="dcterms:W3CDTF">2025-01-05T13:53:33Z</dcterms:created>
  <dcterms:modified xsi:type="dcterms:W3CDTF">2025-05-15T11:22:04Z</dcterms:modified>
</cp:coreProperties>
</file>