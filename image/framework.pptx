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sldIdLst>
    <p:sldId id="256" r:id="rId2"/>
    <p:sldId id="258" r:id="rId3"/>
    <p:sldId id="257" r:id="rId4"/>
  </p:sldIdLst>
  <p:sldSz cx="25199975" cy="10799763"/>
  <p:notesSz cx="6858000" cy="9144000"/>
  <p:defaultTextStyle>
    <a:defPPr>
      <a:defRPr lang="en-US"/>
    </a:defPPr>
    <a:lvl1pPr marL="0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3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9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42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56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69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85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98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912" algn="l" defTabSz="457113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B5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955" autoAdjust="0"/>
  </p:normalViewPr>
  <p:slideViewPr>
    <p:cSldViewPr snapToGrid="0">
      <p:cViewPr varScale="1">
        <p:scale>
          <a:sx n="35" d="100"/>
          <a:sy n="35" d="100"/>
        </p:scale>
        <p:origin x="117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312D37-0FAD-4A20-8846-D13D92A9EA85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72009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713572-7FAA-4F15-8EBB-CA036BD251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92855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727618" rtl="0" eaLnBrk="1" latinLnBrk="0" hangingPunct="1">
      <a:defRPr sz="2267" kern="1200">
        <a:solidFill>
          <a:schemeClr val="tx1"/>
        </a:solidFill>
        <a:latin typeface="+mn-lt"/>
        <a:ea typeface="+mn-ea"/>
        <a:cs typeface="+mn-cs"/>
      </a:defRPr>
    </a:lvl1pPr>
    <a:lvl2pPr marL="863809" algn="l" defTabSz="1727618" rtl="0" eaLnBrk="1" latinLnBrk="0" hangingPunct="1">
      <a:defRPr sz="2267" kern="1200">
        <a:solidFill>
          <a:schemeClr val="tx1"/>
        </a:solidFill>
        <a:latin typeface="+mn-lt"/>
        <a:ea typeface="+mn-ea"/>
        <a:cs typeface="+mn-cs"/>
      </a:defRPr>
    </a:lvl2pPr>
    <a:lvl3pPr marL="1727618" algn="l" defTabSz="1727618" rtl="0" eaLnBrk="1" latinLnBrk="0" hangingPunct="1">
      <a:defRPr sz="2267" kern="1200">
        <a:solidFill>
          <a:schemeClr val="tx1"/>
        </a:solidFill>
        <a:latin typeface="+mn-lt"/>
        <a:ea typeface="+mn-ea"/>
        <a:cs typeface="+mn-cs"/>
      </a:defRPr>
    </a:lvl3pPr>
    <a:lvl4pPr marL="2591425" algn="l" defTabSz="1727618" rtl="0" eaLnBrk="1" latinLnBrk="0" hangingPunct="1">
      <a:defRPr sz="2267" kern="1200">
        <a:solidFill>
          <a:schemeClr val="tx1"/>
        </a:solidFill>
        <a:latin typeface="+mn-lt"/>
        <a:ea typeface="+mn-ea"/>
        <a:cs typeface="+mn-cs"/>
      </a:defRPr>
    </a:lvl4pPr>
    <a:lvl5pPr marL="3455234" algn="l" defTabSz="1727618" rtl="0" eaLnBrk="1" latinLnBrk="0" hangingPunct="1">
      <a:defRPr sz="2267" kern="1200">
        <a:solidFill>
          <a:schemeClr val="tx1"/>
        </a:solidFill>
        <a:latin typeface="+mn-lt"/>
        <a:ea typeface="+mn-ea"/>
        <a:cs typeface="+mn-cs"/>
      </a:defRPr>
    </a:lvl5pPr>
    <a:lvl6pPr marL="4319042" algn="l" defTabSz="1727618" rtl="0" eaLnBrk="1" latinLnBrk="0" hangingPunct="1">
      <a:defRPr sz="2267" kern="1200">
        <a:solidFill>
          <a:schemeClr val="tx1"/>
        </a:solidFill>
        <a:latin typeface="+mn-lt"/>
        <a:ea typeface="+mn-ea"/>
        <a:cs typeface="+mn-cs"/>
      </a:defRPr>
    </a:lvl6pPr>
    <a:lvl7pPr marL="5182849" algn="l" defTabSz="1727618" rtl="0" eaLnBrk="1" latinLnBrk="0" hangingPunct="1">
      <a:defRPr sz="2267" kern="1200">
        <a:solidFill>
          <a:schemeClr val="tx1"/>
        </a:solidFill>
        <a:latin typeface="+mn-lt"/>
        <a:ea typeface="+mn-ea"/>
        <a:cs typeface="+mn-cs"/>
      </a:defRPr>
    </a:lvl7pPr>
    <a:lvl8pPr marL="6046658" algn="l" defTabSz="1727618" rtl="0" eaLnBrk="1" latinLnBrk="0" hangingPunct="1">
      <a:defRPr sz="2267" kern="1200">
        <a:solidFill>
          <a:schemeClr val="tx1"/>
        </a:solidFill>
        <a:latin typeface="+mn-lt"/>
        <a:ea typeface="+mn-ea"/>
        <a:cs typeface="+mn-cs"/>
      </a:defRPr>
    </a:lvl8pPr>
    <a:lvl9pPr marL="6910467" algn="l" defTabSz="1727618" rtl="0" eaLnBrk="1" latinLnBrk="0" hangingPunct="1">
      <a:defRPr sz="226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72009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13572-7FAA-4F15-8EBB-CA036BD251B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6688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5724A-315E-220A-04FB-6FE7E597BA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41FEE0A-7DB9-2EA7-D3E9-45EDA807FA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71450" y="1143000"/>
            <a:ext cx="7200900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374249E-C0AF-6F49-0E9E-3DC6257CBA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ED909E9-E287-1A36-676B-63C4850104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0713572-7FAA-4F15-8EBB-CA036BD251B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9382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50000" y="1767465"/>
            <a:ext cx="18899982" cy="3759916"/>
          </a:xfrm>
        </p:spPr>
        <p:txBody>
          <a:bodyPr anchor="b"/>
          <a:lstStyle>
            <a:lvl1pPr algn="ctr">
              <a:defRPr sz="944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50000" y="5672377"/>
            <a:ext cx="18899982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864" indent="0" algn="ctr">
              <a:buNone/>
              <a:defRPr sz="3150"/>
            </a:lvl2pPr>
            <a:lvl3pPr marL="1439723" indent="0" algn="ctr">
              <a:buNone/>
              <a:defRPr sz="2833"/>
            </a:lvl3pPr>
            <a:lvl4pPr marL="2159584" indent="0" algn="ctr">
              <a:buNone/>
              <a:defRPr sz="2520"/>
            </a:lvl4pPr>
            <a:lvl5pPr marL="2879448" indent="0" algn="ctr">
              <a:buNone/>
              <a:defRPr sz="2520"/>
            </a:lvl5pPr>
            <a:lvl6pPr marL="3599305" indent="0" algn="ctr">
              <a:buNone/>
              <a:defRPr sz="2520"/>
            </a:lvl6pPr>
            <a:lvl7pPr marL="4319169" indent="0" algn="ctr">
              <a:buNone/>
              <a:defRPr sz="2520"/>
            </a:lvl7pPr>
            <a:lvl8pPr marL="5039032" indent="0" algn="ctr">
              <a:buNone/>
              <a:defRPr sz="2520"/>
            </a:lvl8pPr>
            <a:lvl9pPr marL="5758892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F2B0-F590-4A26-A77F-4331BACF77E2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BA54-8F81-427E-9E21-A7612897FF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1562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F2B0-F590-4A26-A77F-4331BACF77E2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BA54-8F81-427E-9E21-A7612897FF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2580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9378" y="2692442"/>
            <a:ext cx="21734979" cy="4492401"/>
          </a:xfrm>
        </p:spPr>
        <p:txBody>
          <a:bodyPr anchor="b"/>
          <a:lstStyle>
            <a:lvl1pPr>
              <a:defRPr sz="944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9378" y="7227345"/>
            <a:ext cx="21734979" cy="2362446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1pPr>
            <a:lvl2pPr marL="719864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723" indent="0">
              <a:buNone/>
              <a:defRPr sz="2833">
                <a:solidFill>
                  <a:schemeClr val="tx1">
                    <a:tint val="75000"/>
                  </a:schemeClr>
                </a:solidFill>
              </a:defRPr>
            </a:lvl3pPr>
            <a:lvl4pPr marL="215958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44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305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169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032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8892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F2B0-F590-4A26-A77F-4331BACF77E2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BA54-8F81-427E-9E21-A7612897FF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733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32501" y="2874938"/>
            <a:ext cx="10709986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757492" y="2874938"/>
            <a:ext cx="10709986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F2B0-F590-4A26-A77F-4331BACF77E2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BA54-8F81-427E-9E21-A7612897FF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064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3" y="574991"/>
            <a:ext cx="21734979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5779" y="2647444"/>
            <a:ext cx="10660773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864" indent="0">
              <a:buNone/>
              <a:defRPr sz="3150" b="1"/>
            </a:lvl2pPr>
            <a:lvl3pPr marL="1439723" indent="0">
              <a:buNone/>
              <a:defRPr sz="2833" b="1"/>
            </a:lvl3pPr>
            <a:lvl4pPr marL="2159584" indent="0">
              <a:buNone/>
              <a:defRPr sz="2520" b="1"/>
            </a:lvl4pPr>
            <a:lvl5pPr marL="2879448" indent="0">
              <a:buNone/>
              <a:defRPr sz="2520" b="1"/>
            </a:lvl5pPr>
            <a:lvl6pPr marL="3599305" indent="0">
              <a:buNone/>
              <a:defRPr sz="2520" b="1"/>
            </a:lvl6pPr>
            <a:lvl7pPr marL="4319169" indent="0">
              <a:buNone/>
              <a:defRPr sz="2520" b="1"/>
            </a:lvl7pPr>
            <a:lvl8pPr marL="5039032" indent="0">
              <a:buNone/>
              <a:defRPr sz="2520" b="1"/>
            </a:lvl8pPr>
            <a:lvl9pPr marL="5758892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35779" y="3944915"/>
            <a:ext cx="10660773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757488" y="2647444"/>
            <a:ext cx="10713272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864" indent="0">
              <a:buNone/>
              <a:defRPr sz="3150" b="1"/>
            </a:lvl2pPr>
            <a:lvl3pPr marL="1439723" indent="0">
              <a:buNone/>
              <a:defRPr sz="2833" b="1"/>
            </a:lvl3pPr>
            <a:lvl4pPr marL="2159584" indent="0">
              <a:buNone/>
              <a:defRPr sz="2520" b="1"/>
            </a:lvl4pPr>
            <a:lvl5pPr marL="2879448" indent="0">
              <a:buNone/>
              <a:defRPr sz="2520" b="1"/>
            </a:lvl5pPr>
            <a:lvl6pPr marL="3599305" indent="0">
              <a:buNone/>
              <a:defRPr sz="2520" b="1"/>
            </a:lvl6pPr>
            <a:lvl7pPr marL="4319169" indent="0">
              <a:buNone/>
              <a:defRPr sz="2520" b="1"/>
            </a:lvl7pPr>
            <a:lvl8pPr marL="5039032" indent="0">
              <a:buNone/>
              <a:defRPr sz="2520" b="1"/>
            </a:lvl8pPr>
            <a:lvl9pPr marL="5758892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757488" y="3944915"/>
            <a:ext cx="10713272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F2B0-F590-4A26-A77F-4331BACF77E2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BA54-8F81-427E-9E21-A7612897FF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13787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F2B0-F590-4A26-A77F-4331BACF77E2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BA54-8F81-427E-9E21-A7612897FF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5050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F2B0-F590-4A26-A77F-4331BACF77E2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BA54-8F81-427E-9E21-A7612897FF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3502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6" y="719986"/>
            <a:ext cx="8127649" cy="2519946"/>
          </a:xfrm>
        </p:spPr>
        <p:txBody>
          <a:bodyPr anchor="b"/>
          <a:lstStyle>
            <a:lvl1pPr>
              <a:defRPr sz="503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13274" y="1554966"/>
            <a:ext cx="12757487" cy="7674832"/>
          </a:xfrm>
        </p:spPr>
        <p:txBody>
          <a:bodyPr/>
          <a:lstStyle>
            <a:lvl1pPr>
              <a:defRPr sz="5036"/>
            </a:lvl1pPr>
            <a:lvl2pPr>
              <a:defRPr sz="4410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6" y="3239930"/>
            <a:ext cx="8127649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864" indent="0">
              <a:buNone/>
              <a:defRPr sz="2203"/>
            </a:lvl2pPr>
            <a:lvl3pPr marL="1439723" indent="0">
              <a:buNone/>
              <a:defRPr sz="1890"/>
            </a:lvl3pPr>
            <a:lvl4pPr marL="2159584" indent="0">
              <a:buNone/>
              <a:defRPr sz="1573"/>
            </a:lvl4pPr>
            <a:lvl5pPr marL="2879448" indent="0">
              <a:buNone/>
              <a:defRPr sz="1573"/>
            </a:lvl5pPr>
            <a:lvl6pPr marL="3599305" indent="0">
              <a:buNone/>
              <a:defRPr sz="1573"/>
            </a:lvl6pPr>
            <a:lvl7pPr marL="4319169" indent="0">
              <a:buNone/>
              <a:defRPr sz="1573"/>
            </a:lvl7pPr>
            <a:lvl8pPr marL="5039032" indent="0">
              <a:buNone/>
              <a:defRPr sz="1573"/>
            </a:lvl8pPr>
            <a:lvl9pPr marL="5758892" indent="0">
              <a:buNone/>
              <a:defRPr sz="157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F2B0-F590-4A26-A77F-4331BACF77E2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BA54-8F81-427E-9E21-A7612897FF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158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786" y="719986"/>
            <a:ext cx="8127649" cy="2519946"/>
          </a:xfrm>
        </p:spPr>
        <p:txBody>
          <a:bodyPr anchor="b"/>
          <a:lstStyle>
            <a:lvl1pPr>
              <a:defRPr sz="503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713274" y="1554966"/>
            <a:ext cx="12757487" cy="7674832"/>
          </a:xfrm>
        </p:spPr>
        <p:txBody>
          <a:bodyPr anchor="t"/>
          <a:lstStyle>
            <a:lvl1pPr marL="0" indent="0">
              <a:buNone/>
              <a:defRPr sz="5036"/>
            </a:lvl1pPr>
            <a:lvl2pPr marL="719864" indent="0">
              <a:buNone/>
              <a:defRPr sz="4410"/>
            </a:lvl2pPr>
            <a:lvl3pPr marL="1439723" indent="0">
              <a:buNone/>
              <a:defRPr sz="3780"/>
            </a:lvl3pPr>
            <a:lvl4pPr marL="2159584" indent="0">
              <a:buNone/>
              <a:defRPr sz="3150"/>
            </a:lvl4pPr>
            <a:lvl5pPr marL="2879448" indent="0">
              <a:buNone/>
              <a:defRPr sz="3150"/>
            </a:lvl5pPr>
            <a:lvl6pPr marL="3599305" indent="0">
              <a:buNone/>
              <a:defRPr sz="3150"/>
            </a:lvl6pPr>
            <a:lvl7pPr marL="4319169" indent="0">
              <a:buNone/>
              <a:defRPr sz="3150"/>
            </a:lvl7pPr>
            <a:lvl8pPr marL="5039032" indent="0">
              <a:buNone/>
              <a:defRPr sz="3150"/>
            </a:lvl8pPr>
            <a:lvl9pPr marL="5758892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35786" y="3239930"/>
            <a:ext cx="8127649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864" indent="0">
              <a:buNone/>
              <a:defRPr sz="2203"/>
            </a:lvl2pPr>
            <a:lvl3pPr marL="1439723" indent="0">
              <a:buNone/>
              <a:defRPr sz="1890"/>
            </a:lvl3pPr>
            <a:lvl4pPr marL="2159584" indent="0">
              <a:buNone/>
              <a:defRPr sz="1573"/>
            </a:lvl4pPr>
            <a:lvl5pPr marL="2879448" indent="0">
              <a:buNone/>
              <a:defRPr sz="1573"/>
            </a:lvl5pPr>
            <a:lvl6pPr marL="3599305" indent="0">
              <a:buNone/>
              <a:defRPr sz="1573"/>
            </a:lvl6pPr>
            <a:lvl7pPr marL="4319169" indent="0">
              <a:buNone/>
              <a:defRPr sz="1573"/>
            </a:lvl7pPr>
            <a:lvl8pPr marL="5039032" indent="0">
              <a:buNone/>
              <a:defRPr sz="1573"/>
            </a:lvl8pPr>
            <a:lvl9pPr marL="5758892" indent="0">
              <a:buNone/>
              <a:defRPr sz="157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F2B0-F590-4A26-A77F-4331BACF77E2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BA54-8F81-427E-9E21-A7612897FF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3674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F2B0-F590-4A26-A77F-4331BACF77E2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BA54-8F81-427E-9E21-A7612897FF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38794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8033733" y="574987"/>
            <a:ext cx="5433746" cy="9152301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32498" y="574987"/>
            <a:ext cx="15986234" cy="91523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5EF2B0-F590-4A26-A77F-4331BACF77E2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4BA54-8F81-427E-9E21-A7612897FF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8998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32501" y="574991"/>
            <a:ext cx="21734979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32501" y="2874938"/>
            <a:ext cx="21734979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732498" y="10009783"/>
            <a:ext cx="566999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5EF2B0-F590-4A26-A77F-4331BACF77E2}" type="datetimeFigureOut">
              <a:rPr lang="zh-CN" altLang="en-US" smtClean="0"/>
              <a:t>2025/1/5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347494" y="10009783"/>
            <a:ext cx="8504993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797482" y="10009783"/>
            <a:ext cx="5669995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4BA54-8F81-427E-9E21-A7612897FF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3669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439723" rtl="0" eaLnBrk="1" latinLnBrk="0" hangingPunct="1">
        <a:lnSpc>
          <a:spcPct val="90000"/>
        </a:lnSpc>
        <a:spcBef>
          <a:spcPct val="0"/>
        </a:spcBef>
        <a:buNone/>
        <a:defRPr sz="692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33" indent="-359933" algn="l" defTabSz="1439723" rtl="0" eaLnBrk="1" latinLnBrk="0" hangingPunct="1">
        <a:lnSpc>
          <a:spcPct val="90000"/>
        </a:lnSpc>
        <a:spcBef>
          <a:spcPts val="1573"/>
        </a:spcBef>
        <a:buFont typeface="Arial" panose="020B0604020202020204" pitchFamily="34" charset="0"/>
        <a:buChar char="•"/>
        <a:defRPr sz="4410" kern="1200">
          <a:solidFill>
            <a:schemeClr val="tx1"/>
          </a:solidFill>
          <a:latin typeface="+mn-lt"/>
          <a:ea typeface="+mn-ea"/>
          <a:cs typeface="+mn-cs"/>
        </a:defRPr>
      </a:lvl1pPr>
      <a:lvl2pPr marL="1079794" indent="-359933" algn="l" defTabSz="1439723" rtl="0" eaLnBrk="1" latinLnBrk="0" hangingPunct="1">
        <a:lnSpc>
          <a:spcPct val="90000"/>
        </a:lnSpc>
        <a:spcBef>
          <a:spcPts val="786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654" indent="-359933" algn="l" defTabSz="1439723" rtl="0" eaLnBrk="1" latinLnBrk="0" hangingPunct="1">
        <a:lnSpc>
          <a:spcPct val="90000"/>
        </a:lnSpc>
        <a:spcBef>
          <a:spcPts val="786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517" indent="-359933" algn="l" defTabSz="1439723" rtl="0" eaLnBrk="1" latinLnBrk="0" hangingPunct="1">
        <a:lnSpc>
          <a:spcPct val="90000"/>
        </a:lnSpc>
        <a:spcBef>
          <a:spcPts val="786"/>
        </a:spcBef>
        <a:buFont typeface="Arial" panose="020B0604020202020204" pitchFamily="34" charset="0"/>
        <a:buChar char="•"/>
        <a:defRPr sz="2833" kern="1200">
          <a:solidFill>
            <a:schemeClr val="tx1"/>
          </a:solidFill>
          <a:latin typeface="+mn-lt"/>
          <a:ea typeface="+mn-ea"/>
          <a:cs typeface="+mn-cs"/>
        </a:defRPr>
      </a:lvl4pPr>
      <a:lvl5pPr marL="3239379" indent="-359933" algn="l" defTabSz="1439723" rtl="0" eaLnBrk="1" latinLnBrk="0" hangingPunct="1">
        <a:lnSpc>
          <a:spcPct val="90000"/>
        </a:lnSpc>
        <a:spcBef>
          <a:spcPts val="786"/>
        </a:spcBef>
        <a:buFont typeface="Arial" panose="020B0604020202020204" pitchFamily="34" charset="0"/>
        <a:buChar char="•"/>
        <a:defRPr sz="2833" kern="1200">
          <a:solidFill>
            <a:schemeClr val="tx1"/>
          </a:solidFill>
          <a:latin typeface="+mn-lt"/>
          <a:ea typeface="+mn-ea"/>
          <a:cs typeface="+mn-cs"/>
        </a:defRPr>
      </a:lvl5pPr>
      <a:lvl6pPr marL="3959238" indent="-359933" algn="l" defTabSz="1439723" rtl="0" eaLnBrk="1" latinLnBrk="0" hangingPunct="1">
        <a:lnSpc>
          <a:spcPct val="90000"/>
        </a:lnSpc>
        <a:spcBef>
          <a:spcPts val="786"/>
        </a:spcBef>
        <a:buFont typeface="Arial" panose="020B0604020202020204" pitchFamily="34" charset="0"/>
        <a:buChar char="•"/>
        <a:defRPr sz="2833" kern="1200">
          <a:solidFill>
            <a:schemeClr val="tx1"/>
          </a:solidFill>
          <a:latin typeface="+mn-lt"/>
          <a:ea typeface="+mn-ea"/>
          <a:cs typeface="+mn-cs"/>
        </a:defRPr>
      </a:lvl6pPr>
      <a:lvl7pPr marL="4679099" indent="-359933" algn="l" defTabSz="1439723" rtl="0" eaLnBrk="1" latinLnBrk="0" hangingPunct="1">
        <a:lnSpc>
          <a:spcPct val="90000"/>
        </a:lnSpc>
        <a:spcBef>
          <a:spcPts val="786"/>
        </a:spcBef>
        <a:buFont typeface="Arial" panose="020B0604020202020204" pitchFamily="34" charset="0"/>
        <a:buChar char="•"/>
        <a:defRPr sz="2833" kern="1200">
          <a:solidFill>
            <a:schemeClr val="tx1"/>
          </a:solidFill>
          <a:latin typeface="+mn-lt"/>
          <a:ea typeface="+mn-ea"/>
          <a:cs typeface="+mn-cs"/>
        </a:defRPr>
      </a:lvl7pPr>
      <a:lvl8pPr marL="5398959" indent="-359933" algn="l" defTabSz="1439723" rtl="0" eaLnBrk="1" latinLnBrk="0" hangingPunct="1">
        <a:lnSpc>
          <a:spcPct val="90000"/>
        </a:lnSpc>
        <a:spcBef>
          <a:spcPts val="786"/>
        </a:spcBef>
        <a:buFont typeface="Arial" panose="020B0604020202020204" pitchFamily="34" charset="0"/>
        <a:buChar char="•"/>
        <a:defRPr sz="2833" kern="1200">
          <a:solidFill>
            <a:schemeClr val="tx1"/>
          </a:solidFill>
          <a:latin typeface="+mn-lt"/>
          <a:ea typeface="+mn-ea"/>
          <a:cs typeface="+mn-cs"/>
        </a:defRPr>
      </a:lvl8pPr>
      <a:lvl9pPr marL="6118822" indent="-359933" algn="l" defTabSz="1439723" rtl="0" eaLnBrk="1" latinLnBrk="0" hangingPunct="1">
        <a:lnSpc>
          <a:spcPct val="90000"/>
        </a:lnSpc>
        <a:spcBef>
          <a:spcPts val="786"/>
        </a:spcBef>
        <a:buFont typeface="Arial" panose="020B0604020202020204" pitchFamily="34" charset="0"/>
        <a:buChar char="•"/>
        <a:defRPr sz="28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723" rtl="0" eaLnBrk="1" latinLnBrk="0" hangingPunct="1">
        <a:defRPr sz="2833" kern="1200">
          <a:solidFill>
            <a:schemeClr val="tx1"/>
          </a:solidFill>
          <a:latin typeface="+mn-lt"/>
          <a:ea typeface="+mn-ea"/>
          <a:cs typeface="+mn-cs"/>
        </a:defRPr>
      </a:lvl1pPr>
      <a:lvl2pPr marL="719864" algn="l" defTabSz="1439723" rtl="0" eaLnBrk="1" latinLnBrk="0" hangingPunct="1">
        <a:defRPr sz="2833" kern="1200">
          <a:solidFill>
            <a:schemeClr val="tx1"/>
          </a:solidFill>
          <a:latin typeface="+mn-lt"/>
          <a:ea typeface="+mn-ea"/>
          <a:cs typeface="+mn-cs"/>
        </a:defRPr>
      </a:lvl2pPr>
      <a:lvl3pPr marL="1439723" algn="l" defTabSz="1439723" rtl="0" eaLnBrk="1" latinLnBrk="0" hangingPunct="1">
        <a:defRPr sz="2833" kern="1200">
          <a:solidFill>
            <a:schemeClr val="tx1"/>
          </a:solidFill>
          <a:latin typeface="+mn-lt"/>
          <a:ea typeface="+mn-ea"/>
          <a:cs typeface="+mn-cs"/>
        </a:defRPr>
      </a:lvl3pPr>
      <a:lvl4pPr marL="2159584" algn="l" defTabSz="1439723" rtl="0" eaLnBrk="1" latinLnBrk="0" hangingPunct="1">
        <a:defRPr sz="2833" kern="1200">
          <a:solidFill>
            <a:schemeClr val="tx1"/>
          </a:solidFill>
          <a:latin typeface="+mn-lt"/>
          <a:ea typeface="+mn-ea"/>
          <a:cs typeface="+mn-cs"/>
        </a:defRPr>
      </a:lvl4pPr>
      <a:lvl5pPr marL="2879448" algn="l" defTabSz="1439723" rtl="0" eaLnBrk="1" latinLnBrk="0" hangingPunct="1">
        <a:defRPr sz="2833" kern="1200">
          <a:solidFill>
            <a:schemeClr val="tx1"/>
          </a:solidFill>
          <a:latin typeface="+mn-lt"/>
          <a:ea typeface="+mn-ea"/>
          <a:cs typeface="+mn-cs"/>
        </a:defRPr>
      </a:lvl5pPr>
      <a:lvl6pPr marL="3599305" algn="l" defTabSz="1439723" rtl="0" eaLnBrk="1" latinLnBrk="0" hangingPunct="1">
        <a:defRPr sz="2833" kern="1200">
          <a:solidFill>
            <a:schemeClr val="tx1"/>
          </a:solidFill>
          <a:latin typeface="+mn-lt"/>
          <a:ea typeface="+mn-ea"/>
          <a:cs typeface="+mn-cs"/>
        </a:defRPr>
      </a:lvl6pPr>
      <a:lvl7pPr marL="4319169" algn="l" defTabSz="1439723" rtl="0" eaLnBrk="1" latinLnBrk="0" hangingPunct="1">
        <a:defRPr sz="2833" kern="1200">
          <a:solidFill>
            <a:schemeClr val="tx1"/>
          </a:solidFill>
          <a:latin typeface="+mn-lt"/>
          <a:ea typeface="+mn-ea"/>
          <a:cs typeface="+mn-cs"/>
        </a:defRPr>
      </a:lvl7pPr>
      <a:lvl8pPr marL="5039032" algn="l" defTabSz="1439723" rtl="0" eaLnBrk="1" latinLnBrk="0" hangingPunct="1">
        <a:defRPr sz="2833" kern="1200">
          <a:solidFill>
            <a:schemeClr val="tx1"/>
          </a:solidFill>
          <a:latin typeface="+mn-lt"/>
          <a:ea typeface="+mn-ea"/>
          <a:cs typeface="+mn-cs"/>
        </a:defRPr>
      </a:lvl8pPr>
      <a:lvl9pPr marL="5758892" algn="l" defTabSz="1439723" rtl="0" eaLnBrk="1" latinLnBrk="0" hangingPunct="1">
        <a:defRPr sz="28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2.bin"/><Relationship Id="rId12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6.wmf"/><Relationship Id="rId5" Type="http://schemas.openxmlformats.org/officeDocument/2006/relationships/image" Target="../media/image2.png"/><Relationship Id="rId10" Type="http://schemas.openxmlformats.org/officeDocument/2006/relationships/oleObject" Target="../embeddings/oleObject3.bin"/><Relationship Id="rId4" Type="http://schemas.openxmlformats.org/officeDocument/2006/relationships/image" Target="../media/image1.wmf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13" Type="http://schemas.openxmlformats.org/officeDocument/2006/relationships/image" Target="../media/image11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11" Type="http://schemas.openxmlformats.org/officeDocument/2006/relationships/image" Target="../media/image9.png"/><Relationship Id="rId5" Type="http://schemas.openxmlformats.org/officeDocument/2006/relationships/image" Target="../media/image2.png"/><Relationship Id="rId15" Type="http://schemas.openxmlformats.org/officeDocument/2006/relationships/image" Target="../media/image4.wmf"/><Relationship Id="rId10" Type="http://schemas.openxmlformats.org/officeDocument/2006/relationships/image" Target="../media/image6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3.bin"/><Relationship Id="rId14" Type="http://schemas.openxmlformats.org/officeDocument/2006/relationships/oleObject" Target="../embeddings/oleObject2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组合 86">
            <a:extLst>
              <a:ext uri="{FF2B5EF4-FFF2-40B4-BE49-F238E27FC236}">
                <a16:creationId xmlns:a16="http://schemas.microsoft.com/office/drawing/2014/main" id="{F5B91C92-9F52-C803-83BC-292C3C6EB6F4}"/>
              </a:ext>
            </a:extLst>
          </p:cNvPr>
          <p:cNvGrpSpPr/>
          <p:nvPr/>
        </p:nvGrpSpPr>
        <p:grpSpPr>
          <a:xfrm>
            <a:off x="416922" y="238214"/>
            <a:ext cx="11995579" cy="5992091"/>
            <a:chOff x="6045212" y="742710"/>
            <a:chExt cx="11995580" cy="5992091"/>
          </a:xfrm>
        </p:grpSpPr>
        <p:sp>
          <p:nvSpPr>
            <p:cNvPr id="3" name="矩形: 圆角 2">
              <a:extLst>
                <a:ext uri="{FF2B5EF4-FFF2-40B4-BE49-F238E27FC236}">
                  <a16:creationId xmlns:a16="http://schemas.microsoft.com/office/drawing/2014/main" id="{9CD1D1AE-1FB4-3C61-D7AD-02F2586D14F1}"/>
                </a:ext>
              </a:extLst>
            </p:cNvPr>
            <p:cNvSpPr/>
            <p:nvPr/>
          </p:nvSpPr>
          <p:spPr>
            <a:xfrm>
              <a:off x="6045212" y="742710"/>
              <a:ext cx="11995580" cy="5992091"/>
            </a:xfrm>
            <a:prstGeom prst="roundRect">
              <a:avLst>
                <a:gd name="adj" fmla="val 7214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9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graphicFrame>
              <p:nvGraphicFramePr>
                <p:cNvPr id="2" name="对象 1">
                  <a:extLst>
                    <a:ext uri="{FF2B5EF4-FFF2-40B4-BE49-F238E27FC236}">
                      <a16:creationId xmlns:a16="http://schemas.microsoft.com/office/drawing/2014/main" id="{9758FAC1-5401-888A-9F35-68E6E0F02D5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717738291"/>
                    </p:ext>
                  </p:extLst>
                </p:nvPr>
              </p:nvGraphicFramePr>
              <p:xfrm>
                <a:off x="6697904" y="1824211"/>
                <a:ext cx="1969005" cy="58522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3" imgW="850680" imgH="253800" progId="Equation.DSMT4">
                        <p:embed/>
                      </p:oleObj>
                    </mc:Choice>
                    <mc:Fallback>
                      <p:oleObj name="Equation" r:id="rId3" imgW="850680" imgH="2538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697904" y="1824211"/>
                              <a:ext cx="1969005" cy="58522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Choice>
          <mc:Fallback>
            <p:graphicFrame>
              <p:nvGraphicFramePr>
                <p:cNvPr id="2" name="对象 1">
                  <a:extLst>
                    <a:ext uri="{FF2B5EF4-FFF2-40B4-BE49-F238E27FC236}">
                      <a16:creationId xmlns:a16="http://schemas.microsoft.com/office/drawing/2014/main" id="{9758FAC1-5401-888A-9F35-68E6E0F02D57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717738291"/>
                    </p:ext>
                  </p:extLst>
                </p:nvPr>
              </p:nvGraphicFramePr>
              <p:xfrm>
                <a:off x="6697904" y="1824211"/>
                <a:ext cx="1969005" cy="585229"/>
              </p:xfrm>
              <a:graphic>
                <a:graphicData uri="http://schemas.openxmlformats.org/presentationml/2006/ole">
                  <mc:AlternateContent>
                    <mc:Choice xmlns:v="urn:schemas-microsoft-com:vml" Requires="v">
                      <p:oleObj name="Equation" r:id="rId3" imgW="850680" imgH="253800" progId="Equation.DSMT4">
                        <p:embed/>
                      </p:oleObj>
                    </mc:Choice>
                    <mc:Fallback>
                      <p:oleObj name="Equation" r:id="rId3" imgW="850680" imgH="253800" progId="Equation.DSMT4">
                        <p:embed/>
                        <p:pic>
                          <p:nvPicPr>
                            <p:cNvPr id="0" name=""/>
                            <p:cNvPicPr/>
                            <p:nvPr/>
                          </p:nvPicPr>
                          <p:blipFill>
                            <a:blip r:embed="rId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697904" y="1824211"/>
                              <a:ext cx="1969005" cy="585229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mc:Fallback>
        </mc:AlternateContent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927471C-0F56-E44B-2ECD-C3C3D73A0782}"/>
                </a:ext>
              </a:extLst>
            </p:cNvPr>
            <p:cNvGrpSpPr/>
            <p:nvPr/>
          </p:nvGrpSpPr>
          <p:grpSpPr>
            <a:xfrm>
              <a:off x="6422408" y="2662243"/>
              <a:ext cx="2520000" cy="3564667"/>
              <a:chOff x="6422408" y="2524360"/>
              <a:chExt cx="2520000" cy="3564667"/>
            </a:xfrm>
          </p:grpSpPr>
          <p:grpSp>
            <p:nvGrpSpPr>
              <p:cNvPr id="22" name="组合 21">
                <a:extLst>
                  <a:ext uri="{FF2B5EF4-FFF2-40B4-BE49-F238E27FC236}">
                    <a16:creationId xmlns:a16="http://schemas.microsoft.com/office/drawing/2014/main" id="{63DB83CD-D7FC-57A6-4076-B8344DF983F6}"/>
                  </a:ext>
                </a:extLst>
              </p:cNvPr>
              <p:cNvGrpSpPr/>
              <p:nvPr/>
            </p:nvGrpSpPr>
            <p:grpSpPr>
              <a:xfrm>
                <a:off x="6422408" y="2524360"/>
                <a:ext cx="2520000" cy="3564667"/>
                <a:chOff x="6422408" y="2524360"/>
                <a:chExt cx="2520000" cy="3564667"/>
              </a:xfrm>
            </p:grpSpPr>
            <p:sp>
              <p:nvSpPr>
                <p:cNvPr id="5" name="矩形: 圆角 4">
                  <a:extLst>
                    <a:ext uri="{FF2B5EF4-FFF2-40B4-BE49-F238E27FC236}">
                      <a16:creationId xmlns:a16="http://schemas.microsoft.com/office/drawing/2014/main" id="{DE52D253-D450-1D11-2BB9-DAEFFF40CF97}"/>
                    </a:ext>
                  </a:extLst>
                </p:cNvPr>
                <p:cNvSpPr/>
                <p:nvPr/>
              </p:nvSpPr>
              <p:spPr>
                <a:xfrm>
                  <a:off x="6422408" y="2524360"/>
                  <a:ext cx="2520000" cy="3564667"/>
                </a:xfrm>
                <a:prstGeom prst="roundRect">
                  <a:avLst>
                    <a:gd name="adj" fmla="val 6699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99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文本框 48">
                  <a:extLst>
                    <a:ext uri="{FF2B5EF4-FFF2-40B4-BE49-F238E27FC236}">
                      <a16:creationId xmlns:a16="http://schemas.microsoft.com/office/drawing/2014/main" id="{77A89D39-5874-C672-20D7-34BC1AD23E64}"/>
                    </a:ext>
                  </a:extLst>
                </p:cNvPr>
                <p:cNvSpPr txBox="1"/>
                <p:nvPr/>
              </p:nvSpPr>
              <p:spPr>
                <a:xfrm>
                  <a:off x="6682774" y="2642285"/>
                  <a:ext cx="1999265" cy="4002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CN" sz="200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Calculate Bounds</a:t>
                  </a:r>
                  <a:endParaRPr lang="zh-CN" altLang="en-US" sz="20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6" name="组合 15">
                <a:extLst>
                  <a:ext uri="{FF2B5EF4-FFF2-40B4-BE49-F238E27FC236}">
                    <a16:creationId xmlns:a16="http://schemas.microsoft.com/office/drawing/2014/main" id="{6CD861F9-1521-3B75-4972-E6299FD9AD41}"/>
                  </a:ext>
                </a:extLst>
              </p:cNvPr>
              <p:cNvGrpSpPr/>
              <p:nvPr/>
            </p:nvGrpSpPr>
            <p:grpSpPr>
              <a:xfrm>
                <a:off x="6602407" y="3149283"/>
                <a:ext cx="2160000" cy="2700000"/>
                <a:chOff x="6602407" y="3229110"/>
                <a:chExt cx="2160000" cy="2700000"/>
              </a:xfrm>
            </p:grpSpPr>
            <p:sp>
              <p:nvSpPr>
                <p:cNvPr id="4" name="矩形: 圆角 3">
                  <a:extLst>
                    <a:ext uri="{FF2B5EF4-FFF2-40B4-BE49-F238E27FC236}">
                      <a16:creationId xmlns:a16="http://schemas.microsoft.com/office/drawing/2014/main" id="{95FE9DB2-E2C9-48EE-DF06-0FB1AF0B1BE2}"/>
                    </a:ext>
                  </a:extLst>
                </p:cNvPr>
                <p:cNvSpPr/>
                <p:nvPr/>
              </p:nvSpPr>
              <p:spPr>
                <a:xfrm>
                  <a:off x="6602407" y="3229110"/>
                  <a:ext cx="2160000" cy="2700000"/>
                </a:xfrm>
                <a:prstGeom prst="roundRect">
                  <a:avLst>
                    <a:gd name="adj" fmla="val 6699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99" dirty="0"/>
                </a:p>
              </p:txBody>
            </p:sp>
            <p:pic>
              <p:nvPicPr>
                <p:cNvPr id="6" name="object 2">
                  <a:extLst>
                    <a:ext uri="{FF2B5EF4-FFF2-40B4-BE49-F238E27FC236}">
                      <a16:creationId xmlns:a16="http://schemas.microsoft.com/office/drawing/2014/main" id="{35B5EC56-655A-4B06-E0A2-AB731EB768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 cstate="print"/>
                <a:stretch>
                  <a:fillRect/>
                </a:stretch>
              </p:blipFill>
              <p:spPr>
                <a:xfrm>
                  <a:off x="6782407" y="3561319"/>
                  <a:ext cx="1800000" cy="2035583"/>
                </a:xfrm>
                <a:prstGeom prst="rect">
                  <a:avLst/>
                </a:prstGeom>
              </p:spPr>
            </p:pic>
          </p:grpSp>
        </p:grpSp>
        <p:sp>
          <p:nvSpPr>
            <p:cNvPr id="91" name="椭圆 90">
              <a:extLst>
                <a:ext uri="{FF2B5EF4-FFF2-40B4-BE49-F238E27FC236}">
                  <a16:creationId xmlns:a16="http://schemas.microsoft.com/office/drawing/2014/main" id="{87BBD81B-204E-FCAE-2884-9290C452CD66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1242085" y="3968115"/>
              <a:ext cx="108000" cy="108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9" dirty="0"/>
            </a:p>
          </p:txBody>
        </p:sp>
        <p:grpSp>
          <p:nvGrpSpPr>
            <p:cNvPr id="25" name="组合 24">
              <a:extLst>
                <a:ext uri="{FF2B5EF4-FFF2-40B4-BE49-F238E27FC236}">
                  <a16:creationId xmlns:a16="http://schemas.microsoft.com/office/drawing/2014/main" id="{26A4D765-7C9E-8477-4333-2873D3E88A0E}"/>
                </a:ext>
              </a:extLst>
            </p:cNvPr>
            <p:cNvGrpSpPr/>
            <p:nvPr/>
          </p:nvGrpSpPr>
          <p:grpSpPr>
            <a:xfrm>
              <a:off x="15143597" y="2675721"/>
              <a:ext cx="2520000" cy="3551189"/>
              <a:chOff x="14636703" y="2537838"/>
              <a:chExt cx="2520000" cy="3551189"/>
            </a:xfrm>
          </p:grpSpPr>
          <p:grpSp>
            <p:nvGrpSpPr>
              <p:cNvPr id="23" name="组合 22">
                <a:extLst>
                  <a:ext uri="{FF2B5EF4-FFF2-40B4-BE49-F238E27FC236}">
                    <a16:creationId xmlns:a16="http://schemas.microsoft.com/office/drawing/2014/main" id="{1A92DF24-92DD-3F18-AE04-9EFD0AD4AF71}"/>
                  </a:ext>
                </a:extLst>
              </p:cNvPr>
              <p:cNvGrpSpPr/>
              <p:nvPr/>
            </p:nvGrpSpPr>
            <p:grpSpPr>
              <a:xfrm>
                <a:off x="14636703" y="2537838"/>
                <a:ext cx="2520000" cy="3551189"/>
                <a:chOff x="14636703" y="2537838"/>
                <a:chExt cx="2520000" cy="3551189"/>
              </a:xfrm>
            </p:grpSpPr>
            <p:sp>
              <p:nvSpPr>
                <p:cNvPr id="79" name="矩形: 圆角 78">
                  <a:extLst>
                    <a:ext uri="{FF2B5EF4-FFF2-40B4-BE49-F238E27FC236}">
                      <a16:creationId xmlns:a16="http://schemas.microsoft.com/office/drawing/2014/main" id="{800B5289-FB97-20E7-173F-0CC538399BF6}"/>
                    </a:ext>
                  </a:extLst>
                </p:cNvPr>
                <p:cNvSpPr/>
                <p:nvPr/>
              </p:nvSpPr>
              <p:spPr>
                <a:xfrm>
                  <a:off x="14636703" y="2537838"/>
                  <a:ext cx="2520000" cy="3551189"/>
                </a:xfrm>
                <a:prstGeom prst="roundRect">
                  <a:avLst>
                    <a:gd name="adj" fmla="val 6699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99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80" name="文本框 79">
                  <a:extLst>
                    <a:ext uri="{FF2B5EF4-FFF2-40B4-BE49-F238E27FC236}">
                      <a16:creationId xmlns:a16="http://schemas.microsoft.com/office/drawing/2014/main" id="{92A010F6-EEEB-CFC5-6C54-B4567BB17E08}"/>
                    </a:ext>
                  </a:extLst>
                </p:cNvPr>
                <p:cNvSpPr txBox="1"/>
                <p:nvPr/>
              </p:nvSpPr>
              <p:spPr>
                <a:xfrm>
                  <a:off x="15010084" y="2643047"/>
                  <a:ext cx="1773242" cy="4002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US" altLang="zh-CN" sz="200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Update Bounds</a:t>
                  </a:r>
                  <a:endParaRPr lang="zh-CN" altLang="en-US" sz="20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7" name="组合 16">
                <a:extLst>
                  <a:ext uri="{FF2B5EF4-FFF2-40B4-BE49-F238E27FC236}">
                    <a16:creationId xmlns:a16="http://schemas.microsoft.com/office/drawing/2014/main" id="{CF95E7A7-8955-6DA8-CBC6-3D043B0BDC2B}"/>
                  </a:ext>
                </a:extLst>
              </p:cNvPr>
              <p:cNvGrpSpPr/>
              <p:nvPr/>
            </p:nvGrpSpPr>
            <p:grpSpPr>
              <a:xfrm>
                <a:off x="14816703" y="3149283"/>
                <a:ext cx="2160000" cy="2700000"/>
                <a:chOff x="14816703" y="3229110"/>
                <a:chExt cx="2160000" cy="2700000"/>
              </a:xfrm>
            </p:grpSpPr>
            <p:sp>
              <p:nvSpPr>
                <p:cNvPr id="103" name="矩形: 圆角 102">
                  <a:extLst>
                    <a:ext uri="{FF2B5EF4-FFF2-40B4-BE49-F238E27FC236}">
                      <a16:creationId xmlns:a16="http://schemas.microsoft.com/office/drawing/2014/main" id="{16D6D654-D842-EF73-1C80-86F7C9DE0B5C}"/>
                    </a:ext>
                  </a:extLst>
                </p:cNvPr>
                <p:cNvSpPr/>
                <p:nvPr/>
              </p:nvSpPr>
              <p:spPr>
                <a:xfrm>
                  <a:off x="14816703" y="3229110"/>
                  <a:ext cx="2160000" cy="2700000"/>
                </a:xfrm>
                <a:prstGeom prst="roundRect">
                  <a:avLst>
                    <a:gd name="adj" fmla="val 6699"/>
                  </a:avLst>
                </a:prstGeom>
                <a:solidFill>
                  <a:schemeClr val="bg1"/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99" dirty="0"/>
                </a:p>
              </p:txBody>
            </p:sp>
            <p:pic>
              <p:nvPicPr>
                <p:cNvPr id="104" name="object 2">
                  <a:extLst>
                    <a:ext uri="{FF2B5EF4-FFF2-40B4-BE49-F238E27FC236}">
                      <a16:creationId xmlns:a16="http://schemas.microsoft.com/office/drawing/2014/main" id="{0ABCBFBB-3D39-472A-7644-B80EF67135F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 cstate="print"/>
                <a:stretch>
                  <a:fillRect/>
                </a:stretch>
              </p:blipFill>
              <p:spPr>
                <a:xfrm>
                  <a:off x="14996703" y="3561319"/>
                  <a:ext cx="1800000" cy="2035583"/>
                </a:xfrm>
                <a:prstGeom prst="rect">
                  <a:avLst/>
                </a:prstGeom>
              </p:spPr>
            </p:pic>
          </p:grpSp>
        </p:grpSp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911BCB20-9121-3555-AAB2-9F458EDDEA75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0380216" y="1127482"/>
              <a:ext cx="418510" cy="41851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598" b="1" dirty="0">
                  <a:sym typeface="Wingdings 2" panose="05020102010507070707" pitchFamily="18" charset="2"/>
                </a:rPr>
                <a:t></a:t>
              </a:r>
              <a:endParaRPr lang="zh-CN" altLang="en-US" sz="1598" dirty="0"/>
            </a:p>
          </p:txBody>
        </p:sp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id="{6901A919-1B0B-147C-263D-9E1B941A80B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40793" y="1661753"/>
              <a:ext cx="418510" cy="41851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598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zh-CN" altLang="en-US" sz="1598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id="{EBB99E70-77B3-0E89-41F9-DFA5F2C458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17240793" y="1135475"/>
              <a:ext cx="418510" cy="41851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598" b="1" dirty="0">
                  <a:sym typeface="Wingdings 2" panose="05020102010507070707" pitchFamily="18" charset="2"/>
                </a:rPr>
                <a:t></a:t>
              </a:r>
              <a:endParaRPr lang="zh-CN" altLang="en-US" sz="1598" dirty="0"/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EE7EC499-5873-3F8B-99B4-595974E8108A}"/>
                </a:ext>
              </a:extLst>
            </p:cNvPr>
            <p:cNvSpPr txBox="1"/>
            <p:nvPr/>
          </p:nvSpPr>
          <p:spPr>
            <a:xfrm>
              <a:off x="10661314" y="1999210"/>
              <a:ext cx="2117468" cy="5841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Exists one box always detect correct</a:t>
              </a:r>
              <a:endParaRPr lang="zh-CN" altLang="en-US" sz="1598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9" name="直接箭头连接符 138">
              <a:extLst>
                <a:ext uri="{FF2B5EF4-FFF2-40B4-BE49-F238E27FC236}">
                  <a16:creationId xmlns:a16="http://schemas.microsoft.com/office/drawing/2014/main" id="{E31D6AF4-54AE-3574-67FB-C17AA798CFD4}"/>
                </a:ext>
              </a:extLst>
            </p:cNvPr>
            <p:cNvCxnSpPr>
              <a:cxnSpLocks/>
              <a:stCxn id="73" idx="0"/>
              <a:endCxn id="133" idx="4"/>
            </p:cNvCxnSpPr>
            <p:nvPr/>
          </p:nvCxnSpPr>
          <p:spPr>
            <a:xfrm flipV="1">
              <a:off x="10589471" y="1545992"/>
              <a:ext cx="0" cy="1129729"/>
            </a:xfrm>
            <a:prstGeom prst="straightConnector1">
              <a:avLst/>
            </a:prstGeom>
            <a:ln w="19050">
              <a:tailEnd type="arrow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BF041F0C-A8EF-E489-CA98-364A29A3CFD9}"/>
                </a:ext>
              </a:extLst>
            </p:cNvPr>
            <p:cNvGrpSpPr/>
            <p:nvPr/>
          </p:nvGrpSpPr>
          <p:grpSpPr>
            <a:xfrm>
              <a:off x="9329471" y="2675721"/>
              <a:ext cx="2520000" cy="3551189"/>
              <a:chOff x="9136085" y="2537838"/>
              <a:chExt cx="2520000" cy="3551189"/>
            </a:xfrm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3E7B699C-70D0-8CFD-13F9-178905AEE164}"/>
                  </a:ext>
                </a:extLst>
              </p:cNvPr>
              <p:cNvGrpSpPr/>
              <p:nvPr/>
            </p:nvGrpSpPr>
            <p:grpSpPr>
              <a:xfrm>
                <a:off x="9136085" y="2537838"/>
                <a:ext cx="2520000" cy="3551189"/>
                <a:chOff x="9136085" y="2537838"/>
                <a:chExt cx="2520000" cy="3551189"/>
              </a:xfrm>
            </p:grpSpPr>
            <p:sp>
              <p:nvSpPr>
                <p:cNvPr id="73" name="矩形: 圆角 72">
                  <a:extLst>
                    <a:ext uri="{FF2B5EF4-FFF2-40B4-BE49-F238E27FC236}">
                      <a16:creationId xmlns:a16="http://schemas.microsoft.com/office/drawing/2014/main" id="{EB21DC2C-3076-90B7-68F8-7026807C3902}"/>
                    </a:ext>
                  </a:extLst>
                </p:cNvPr>
                <p:cNvSpPr/>
                <p:nvPr/>
              </p:nvSpPr>
              <p:spPr>
                <a:xfrm>
                  <a:off x="9136085" y="2537838"/>
                  <a:ext cx="2520000" cy="3551189"/>
                </a:xfrm>
                <a:prstGeom prst="roundRect">
                  <a:avLst>
                    <a:gd name="adj" fmla="val 5841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99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74" name="文本框 73">
                  <a:extLst>
                    <a:ext uri="{FF2B5EF4-FFF2-40B4-BE49-F238E27FC236}">
                      <a16:creationId xmlns:a16="http://schemas.microsoft.com/office/drawing/2014/main" id="{AAD0A9DF-7B13-4F80-F6D2-7DFEB2F65D51}"/>
                    </a:ext>
                  </a:extLst>
                </p:cNvPr>
                <p:cNvSpPr txBox="1"/>
                <p:nvPr/>
              </p:nvSpPr>
              <p:spPr>
                <a:xfrm>
                  <a:off x="9396451" y="2669310"/>
                  <a:ext cx="2007923" cy="40023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2001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NMS Verification</a:t>
                  </a:r>
                  <a:endParaRPr lang="zh-CN" altLang="en-US" sz="200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19" name="组合 18">
                <a:extLst>
                  <a:ext uri="{FF2B5EF4-FFF2-40B4-BE49-F238E27FC236}">
                    <a16:creationId xmlns:a16="http://schemas.microsoft.com/office/drawing/2014/main" id="{0A2D5B36-BE5C-3DD3-4B51-EEA091504899}"/>
                  </a:ext>
                </a:extLst>
              </p:cNvPr>
              <p:cNvGrpSpPr/>
              <p:nvPr/>
            </p:nvGrpSpPr>
            <p:grpSpPr>
              <a:xfrm>
                <a:off x="9316085" y="3139807"/>
                <a:ext cx="2160000" cy="2709476"/>
                <a:chOff x="9316085" y="3219634"/>
                <a:chExt cx="2160000" cy="2709476"/>
              </a:xfrm>
            </p:grpSpPr>
            <p:grpSp>
              <p:nvGrpSpPr>
                <p:cNvPr id="15" name="组合 14">
                  <a:extLst>
                    <a:ext uri="{FF2B5EF4-FFF2-40B4-BE49-F238E27FC236}">
                      <a16:creationId xmlns:a16="http://schemas.microsoft.com/office/drawing/2014/main" id="{BAE4B822-B3E5-E22A-610F-0EDA081F5DD2}"/>
                    </a:ext>
                  </a:extLst>
                </p:cNvPr>
                <p:cNvGrpSpPr/>
                <p:nvPr/>
              </p:nvGrpSpPr>
              <p:grpSpPr>
                <a:xfrm>
                  <a:off x="9316085" y="3229110"/>
                  <a:ext cx="2160000" cy="2700000"/>
                  <a:chOff x="9316085" y="3229110"/>
                  <a:chExt cx="2160000" cy="2700000"/>
                </a:xfrm>
              </p:grpSpPr>
              <p:sp>
                <p:nvSpPr>
                  <p:cNvPr id="92" name="矩形: 圆角 91">
                    <a:extLst>
                      <a:ext uri="{FF2B5EF4-FFF2-40B4-BE49-F238E27FC236}">
                        <a16:creationId xmlns:a16="http://schemas.microsoft.com/office/drawing/2014/main" id="{39D2A425-11E6-5910-D700-244BFDF9E7DE}"/>
                      </a:ext>
                    </a:extLst>
                  </p:cNvPr>
                  <p:cNvSpPr/>
                  <p:nvPr/>
                </p:nvSpPr>
                <p:spPr>
                  <a:xfrm>
                    <a:off x="9316085" y="3229110"/>
                    <a:ext cx="2160000" cy="2700000"/>
                  </a:xfrm>
                  <a:prstGeom prst="roundRect">
                    <a:avLst>
                      <a:gd name="adj" fmla="val 6699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799" dirty="0"/>
                  </a:p>
                </p:txBody>
              </p:sp>
              <p:pic>
                <p:nvPicPr>
                  <p:cNvPr id="93" name="object 2">
                    <a:extLst>
                      <a:ext uri="{FF2B5EF4-FFF2-40B4-BE49-F238E27FC236}">
                        <a16:creationId xmlns:a16="http://schemas.microsoft.com/office/drawing/2014/main" id="{811929C3-F985-D634-082E-E8B18181A35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9496085" y="3561319"/>
                    <a:ext cx="1800000" cy="2035583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3" name="组合 12">
                  <a:extLst>
                    <a:ext uri="{FF2B5EF4-FFF2-40B4-BE49-F238E27FC236}">
                      <a16:creationId xmlns:a16="http://schemas.microsoft.com/office/drawing/2014/main" id="{561FAABF-2DE0-F4BB-6069-78792F8829C7}"/>
                    </a:ext>
                  </a:extLst>
                </p:cNvPr>
                <p:cNvGrpSpPr/>
                <p:nvPr/>
              </p:nvGrpSpPr>
              <p:grpSpPr>
                <a:xfrm>
                  <a:off x="9921058" y="3219634"/>
                  <a:ext cx="950055" cy="338234"/>
                  <a:chOff x="9921057" y="3219634"/>
                  <a:chExt cx="950055" cy="338234"/>
                </a:xfrm>
              </p:grpSpPr>
              <p:sp>
                <p:nvSpPr>
                  <p:cNvPr id="141" name="文本框 140">
                    <a:extLst>
                      <a:ext uri="{FF2B5EF4-FFF2-40B4-BE49-F238E27FC236}">
                        <a16:creationId xmlns:a16="http://schemas.microsoft.com/office/drawing/2014/main" id="{063F5584-B7AF-9829-C647-C2E728BC04CF}"/>
                      </a:ext>
                    </a:extLst>
                  </p:cNvPr>
                  <p:cNvSpPr txBox="1"/>
                  <p:nvPr/>
                </p:nvSpPr>
                <p:spPr>
                  <a:xfrm>
                    <a:off x="9921057" y="3219634"/>
                    <a:ext cx="846934" cy="33823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1598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Suspect</a:t>
                    </a:r>
                    <a:endParaRPr lang="zh-CN" altLang="en-US" sz="1598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graphicFrame>
                    <p:nvGraphicFramePr>
                      <p:cNvPr id="155" name="对象 154">
                        <a:extLst>
                          <a:ext uri="{FF2B5EF4-FFF2-40B4-BE49-F238E27FC236}">
                            <a16:creationId xmlns:a16="http://schemas.microsoft.com/office/drawing/2014/main" id="{23E95B30-570B-8F79-77C4-4C6B613D8783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34739278"/>
                          </p:ext>
                        </p:extLst>
                      </p:nvPr>
                    </p:nvGraphicFramePr>
                    <p:xfrm>
                      <a:off x="10658755" y="3281455"/>
                      <a:ext cx="212357" cy="259547"/>
                    </p:xfrm>
                    <a:graphic>
                      <a:graphicData uri="http://schemas.openxmlformats.org/presentationml/2006/ole">
                        <mc:AlternateContent>
                          <mc:Choice xmlns:v="urn:schemas-microsoft-com:vml" Requires="v">
                            <p:oleObj name="Equation" r:id="rId7" imgW="114120" imgH="139680" progId="Equation.DSMT4">
                              <p:embed/>
                            </p:oleObj>
                          </mc:Choice>
                          <mc:Fallback>
                            <p:oleObj name="Equation" r:id="rId7" imgW="114120" imgH="139680" progId="Equation.DSMT4">
                              <p:embed/>
                              <p:pic>
                                <p:nvPicPr>
                                  <p:cNvPr id="0" name=""/>
                                  <p:cNvPicPr/>
                                  <p:nvPr/>
                                </p:nvPicPr>
                                <p:blipFill>
                                  <a:blip r:embed="rId8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10658755" y="3281455"/>
                                    <a:ext cx="212357" cy="259547"/>
                                  </a:xfrm>
                                  <a:prstGeom prst="rect">
                                    <a:avLst/>
                                  </a:prstGeom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</mc:Choice>
                <mc:Fallback>
                  <p:graphicFrame>
                    <p:nvGraphicFramePr>
                      <p:cNvPr id="155" name="对象 154">
                        <a:extLst>
                          <a:ext uri="{FF2B5EF4-FFF2-40B4-BE49-F238E27FC236}">
                            <a16:creationId xmlns:a16="http://schemas.microsoft.com/office/drawing/2014/main" id="{23E95B30-570B-8F79-77C4-4C6B613D8783}"/>
                          </a:ext>
                        </a:extLst>
                      </p:cNvPr>
                      <p:cNvGraphicFramePr>
                        <a:graphicFrameLocks noChangeAspect="1"/>
                      </p:cNvGraphicFramePr>
                      <p:nvPr>
                        <p:extLst>
                          <p:ext uri="{D42A27DB-BD31-4B8C-83A1-F6EECF244321}">
                            <p14:modId xmlns:p14="http://schemas.microsoft.com/office/powerpoint/2010/main" val="234739278"/>
                          </p:ext>
                        </p:extLst>
                      </p:nvPr>
                    </p:nvGraphicFramePr>
                    <p:xfrm>
                      <a:off x="10658755" y="3281455"/>
                      <a:ext cx="212357" cy="259547"/>
                    </p:xfrm>
                    <a:graphic>
                      <a:graphicData uri="http://schemas.openxmlformats.org/presentationml/2006/ole">
                        <mc:AlternateContent>
                          <mc:Choice xmlns:v="urn:schemas-microsoft-com:vml" Requires="v">
                            <p:oleObj name="Equation" r:id="rId7" imgW="114120" imgH="139680" progId="Equation.DSMT4">
                              <p:embed/>
                            </p:oleObj>
                          </mc:Choice>
                          <mc:Fallback>
                            <p:oleObj name="Equation" r:id="rId7" imgW="114120" imgH="139680" progId="Equation.DSMT4">
                              <p:embed/>
                              <p:pic>
                                <p:nvPicPr>
                                  <p:cNvPr id="0" name=""/>
                                  <p:cNvPicPr/>
                                  <p:nvPr/>
                                </p:nvPicPr>
                                <p:blipFill>
                                  <a:blip r:embed="rId8"/>
                                  <a:stretch>
                                    <a:fillRect/>
                                  </a:stretch>
                                </p:blipFill>
                                <p:spPr>
                                  <a:xfrm>
                                    <a:off x="10658755" y="3281455"/>
                                    <a:ext cx="212357" cy="259547"/>
                                  </a:xfrm>
                                  <a:prstGeom prst="rect">
                                    <a:avLst/>
                                  </a:prstGeom>
                                </p:spPr>
                              </p:pic>
                            </p:oleObj>
                          </mc:Fallback>
                        </mc:AlternateContent>
                      </a:graphicData>
                    </a:graphic>
                  </p:graphicFrame>
                </mc:Fallback>
              </mc:AlternateContent>
            </p:grpSp>
          </p:grpSp>
        </p:grpSp>
        <p:cxnSp>
          <p:nvCxnSpPr>
            <p:cNvPr id="158" name="直接箭头连接符 157">
              <a:extLst>
                <a:ext uri="{FF2B5EF4-FFF2-40B4-BE49-F238E27FC236}">
                  <a16:creationId xmlns:a16="http://schemas.microsoft.com/office/drawing/2014/main" id="{20B1C88B-B09E-5260-91BB-04C853EF33AC}"/>
                </a:ext>
              </a:extLst>
            </p:cNvPr>
            <p:cNvCxnSpPr>
              <a:cxnSpLocks/>
              <a:stCxn id="76" idx="0"/>
              <a:endCxn id="168" idx="2"/>
            </p:cNvCxnSpPr>
            <p:nvPr/>
          </p:nvCxnSpPr>
          <p:spPr>
            <a:xfrm flipV="1">
              <a:off x="13496534" y="1649187"/>
              <a:ext cx="0" cy="1026534"/>
            </a:xfrm>
            <a:prstGeom prst="straightConnector1">
              <a:avLst/>
            </a:prstGeom>
            <a:ln w="19050">
              <a:tailEnd type="arrow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8290F770-A617-F2FB-427E-9B67AD0B7FC4}"/>
                    </a:ext>
                  </a:extLst>
                </p:cNvPr>
                <p:cNvSpPr txBox="1"/>
                <p:nvPr/>
              </p:nvSpPr>
              <p:spPr>
                <a:xfrm>
                  <a:off x="12785461" y="2020054"/>
                  <a:ext cx="2117468" cy="3692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799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r>
                          <a:rPr lang="en-US" altLang="zh-CN" sz="1799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≤</m:t>
                        </m:r>
                        <m:r>
                          <a:rPr lang="en-US" altLang="zh-CN" sz="1799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en-US" sz="1799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165" name="文本框 164">
                  <a:extLst>
                    <a:ext uri="{FF2B5EF4-FFF2-40B4-BE49-F238E27FC236}">
                      <a16:creationId xmlns:a16="http://schemas.microsoft.com/office/drawing/2014/main" id="{8290F770-A617-F2FB-427E-9B67AD0B7F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85461" y="2020054"/>
                  <a:ext cx="2117468" cy="369204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" name="组合 23">
              <a:extLst>
                <a:ext uri="{FF2B5EF4-FFF2-40B4-BE49-F238E27FC236}">
                  <a16:creationId xmlns:a16="http://schemas.microsoft.com/office/drawing/2014/main" id="{35D4D3A4-8B03-CA9F-F268-C06B8EFFCE89}"/>
                </a:ext>
              </a:extLst>
            </p:cNvPr>
            <p:cNvGrpSpPr/>
            <p:nvPr/>
          </p:nvGrpSpPr>
          <p:grpSpPr>
            <a:xfrm>
              <a:off x="12236534" y="2675721"/>
              <a:ext cx="2520000" cy="3551189"/>
              <a:chOff x="11878448" y="2537838"/>
              <a:chExt cx="2520000" cy="3551189"/>
            </a:xfrm>
          </p:grpSpPr>
          <p:grpSp>
            <p:nvGrpSpPr>
              <p:cNvPr id="20" name="组合 19">
                <a:extLst>
                  <a:ext uri="{FF2B5EF4-FFF2-40B4-BE49-F238E27FC236}">
                    <a16:creationId xmlns:a16="http://schemas.microsoft.com/office/drawing/2014/main" id="{7BE1D20E-13B0-38AD-B783-620245731B90}"/>
                  </a:ext>
                </a:extLst>
              </p:cNvPr>
              <p:cNvGrpSpPr/>
              <p:nvPr/>
            </p:nvGrpSpPr>
            <p:grpSpPr>
              <a:xfrm>
                <a:off x="11878448" y="2537838"/>
                <a:ext cx="2520000" cy="3551189"/>
                <a:chOff x="11878448" y="2537838"/>
                <a:chExt cx="2520000" cy="3551189"/>
              </a:xfrm>
            </p:grpSpPr>
            <p:sp>
              <p:nvSpPr>
                <p:cNvPr id="76" name="矩形: 圆角 75">
                  <a:extLst>
                    <a:ext uri="{FF2B5EF4-FFF2-40B4-BE49-F238E27FC236}">
                      <a16:creationId xmlns:a16="http://schemas.microsoft.com/office/drawing/2014/main" id="{6C17C6E3-40AD-08B2-BF76-C0FCF3539854}"/>
                    </a:ext>
                  </a:extLst>
                </p:cNvPr>
                <p:cNvSpPr/>
                <p:nvPr/>
              </p:nvSpPr>
              <p:spPr>
                <a:xfrm>
                  <a:off x="11878448" y="2537838"/>
                  <a:ext cx="2520000" cy="3551189"/>
                </a:xfrm>
                <a:prstGeom prst="roundRect">
                  <a:avLst>
                    <a:gd name="adj" fmla="val 6699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99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graphicFrame>
                  <p:nvGraphicFramePr>
                    <p:cNvPr id="156" name="对象 155">
                      <a:extLst>
                        <a:ext uri="{FF2B5EF4-FFF2-40B4-BE49-F238E27FC236}">
                          <a16:creationId xmlns:a16="http://schemas.microsoft.com/office/drawing/2014/main" id="{68DAD372-B154-96A4-27F0-F0F4CBAA1EC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660463279"/>
                        </p:ext>
                      </p:extLst>
                    </p:nvPr>
                  </p:nvGraphicFramePr>
                  <p:xfrm>
                    <a:off x="11917661" y="2595450"/>
                    <a:ext cx="2441575" cy="49530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name="Equation" r:id="rId10" imgW="1002960" imgH="203040" progId="Equation.DSMT4">
                            <p:embed/>
                          </p:oleObj>
                        </mc:Choice>
                        <mc:Fallback>
                          <p:oleObj name="Equation" r:id="rId10" imgW="1002960" imgH="203040" progId="Equation.DSMT4">
                            <p:embed/>
                            <p:pic>
                              <p:nvPicPr>
                                <p:cNvPr id="0" name=""/>
                                <p:cNvPicPr/>
                                <p:nvPr/>
                              </p:nvPicPr>
                              <p:blipFill>
                                <a:blip r:embed="rId11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11917661" y="2595450"/>
                                  <a:ext cx="2441575" cy="495300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Choice>
              <mc:Fallback>
                <p:graphicFrame>
                  <p:nvGraphicFramePr>
                    <p:cNvPr id="156" name="对象 155">
                      <a:extLst>
                        <a:ext uri="{FF2B5EF4-FFF2-40B4-BE49-F238E27FC236}">
                          <a16:creationId xmlns:a16="http://schemas.microsoft.com/office/drawing/2014/main" id="{68DAD372-B154-96A4-27F0-F0F4CBAA1EC7}"/>
                        </a:ext>
                      </a:extLst>
                    </p:cNvPr>
                    <p:cNvGraphicFramePr>
                      <a:graphicFrameLocks noChangeAspect="1"/>
                    </p:cNvGraphicFramePr>
                    <p:nvPr>
                      <p:extLst>
                        <p:ext uri="{D42A27DB-BD31-4B8C-83A1-F6EECF244321}">
                          <p14:modId xmlns:p14="http://schemas.microsoft.com/office/powerpoint/2010/main" val="3660463279"/>
                        </p:ext>
                      </p:extLst>
                    </p:nvPr>
                  </p:nvGraphicFramePr>
                  <p:xfrm>
                    <a:off x="11917661" y="2595450"/>
                    <a:ext cx="2441575" cy="495300"/>
                  </p:xfrm>
                  <a:graphic>
                    <a:graphicData uri="http://schemas.openxmlformats.org/presentationml/2006/ole">
                      <mc:AlternateContent>
                        <mc:Choice xmlns:v="urn:schemas-microsoft-com:vml" Requires="v">
                          <p:oleObj name="Equation" r:id="rId10" imgW="1002960" imgH="203040" progId="Equation.DSMT4">
                            <p:embed/>
                          </p:oleObj>
                        </mc:Choice>
                        <mc:Fallback>
                          <p:oleObj name="Equation" r:id="rId10" imgW="1002960" imgH="203040" progId="Equation.DSMT4">
                            <p:embed/>
                            <p:pic>
                              <p:nvPicPr>
                                <p:cNvPr id="0" name=""/>
                                <p:cNvPicPr/>
                                <p:nvPr/>
                              </p:nvPicPr>
                              <p:blipFill>
                                <a:blip r:embed="rId11"/>
                                <a:stretch>
                                  <a:fillRect/>
                                </a:stretch>
                              </p:blipFill>
                              <p:spPr>
                                <a:xfrm>
                                  <a:off x="11917661" y="2595450"/>
                                  <a:ext cx="2441575" cy="495300"/>
                                </a:xfrm>
                                <a:prstGeom prst="rect">
                                  <a:avLst/>
                                </a:prstGeom>
                              </p:spPr>
                            </p:pic>
                          </p:oleObj>
                        </mc:Fallback>
                      </mc:AlternateContent>
                    </a:graphicData>
                  </a:graphic>
                </p:graphicFrame>
              </mc:Fallback>
            </mc:AlternateContent>
          </p:grpSp>
          <p:grpSp>
            <p:nvGrpSpPr>
              <p:cNvPr id="18" name="组合 17">
                <a:extLst>
                  <a:ext uri="{FF2B5EF4-FFF2-40B4-BE49-F238E27FC236}">
                    <a16:creationId xmlns:a16="http://schemas.microsoft.com/office/drawing/2014/main" id="{33928CA2-404C-1A4E-23D8-035E815CE661}"/>
                  </a:ext>
                </a:extLst>
              </p:cNvPr>
              <p:cNvGrpSpPr/>
              <p:nvPr/>
            </p:nvGrpSpPr>
            <p:grpSpPr>
              <a:xfrm>
                <a:off x="12058448" y="3109029"/>
                <a:ext cx="2160000" cy="2740254"/>
                <a:chOff x="12105634" y="3188856"/>
                <a:chExt cx="2160000" cy="2740254"/>
              </a:xfrm>
            </p:grpSpPr>
            <p:grpSp>
              <p:nvGrpSpPr>
                <p:cNvPr id="14" name="组合 13">
                  <a:extLst>
                    <a:ext uri="{FF2B5EF4-FFF2-40B4-BE49-F238E27FC236}">
                      <a16:creationId xmlns:a16="http://schemas.microsoft.com/office/drawing/2014/main" id="{51E9A9E3-4528-E82A-69FB-05BB9086F293}"/>
                    </a:ext>
                  </a:extLst>
                </p:cNvPr>
                <p:cNvGrpSpPr/>
                <p:nvPr/>
              </p:nvGrpSpPr>
              <p:grpSpPr>
                <a:xfrm>
                  <a:off x="12105634" y="3229110"/>
                  <a:ext cx="2160000" cy="2700000"/>
                  <a:chOff x="12105634" y="3229110"/>
                  <a:chExt cx="2160000" cy="2700000"/>
                </a:xfrm>
              </p:grpSpPr>
              <p:sp>
                <p:nvSpPr>
                  <p:cNvPr id="100" name="矩形: 圆角 99">
                    <a:extLst>
                      <a:ext uri="{FF2B5EF4-FFF2-40B4-BE49-F238E27FC236}">
                        <a16:creationId xmlns:a16="http://schemas.microsoft.com/office/drawing/2014/main" id="{F06CF5C4-E45A-000B-9B98-151647DCC79D}"/>
                      </a:ext>
                    </a:extLst>
                  </p:cNvPr>
                  <p:cNvSpPr/>
                  <p:nvPr/>
                </p:nvSpPr>
                <p:spPr>
                  <a:xfrm>
                    <a:off x="12105634" y="3229110"/>
                    <a:ext cx="2160000" cy="2700000"/>
                  </a:xfrm>
                  <a:prstGeom prst="roundRect">
                    <a:avLst>
                      <a:gd name="adj" fmla="val 6699"/>
                    </a:avLst>
                  </a:prstGeom>
                  <a:solidFill>
                    <a:schemeClr val="bg1"/>
                  </a:solidFill>
                  <a:ln>
                    <a:noFill/>
                  </a:ln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799" dirty="0"/>
                  </a:p>
                </p:txBody>
              </p:sp>
              <p:grpSp>
                <p:nvGrpSpPr>
                  <p:cNvPr id="12" name="组合 11">
                    <a:extLst>
                      <a:ext uri="{FF2B5EF4-FFF2-40B4-BE49-F238E27FC236}">
                        <a16:creationId xmlns:a16="http://schemas.microsoft.com/office/drawing/2014/main" id="{B9AC08B6-199C-8315-908C-3ABD9B4D240E}"/>
                      </a:ext>
                    </a:extLst>
                  </p:cNvPr>
                  <p:cNvGrpSpPr/>
                  <p:nvPr/>
                </p:nvGrpSpPr>
                <p:grpSpPr>
                  <a:xfrm>
                    <a:off x="12285634" y="3561319"/>
                    <a:ext cx="1854000" cy="2035583"/>
                    <a:chOff x="12285634" y="3471319"/>
                    <a:chExt cx="1854000" cy="2035583"/>
                  </a:xfrm>
                </p:grpSpPr>
                <p:pic>
                  <p:nvPicPr>
                    <p:cNvPr id="101" name="object 2">
                      <a:extLst>
                        <a:ext uri="{FF2B5EF4-FFF2-40B4-BE49-F238E27FC236}">
                          <a16:creationId xmlns:a16="http://schemas.microsoft.com/office/drawing/2014/main" id="{F561304D-C219-5E0C-8080-E98A18E31B6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5" cstate="print"/>
                    <a:stretch>
                      <a:fillRect/>
                    </a:stretch>
                  </p:blipFill>
                  <p:spPr>
                    <a:xfrm>
                      <a:off x="12285634" y="3471319"/>
                      <a:ext cx="1800000" cy="2035583"/>
                    </a:xfrm>
                    <a:prstGeom prst="rect">
                      <a:avLst/>
                    </a:prstGeom>
                  </p:spPr>
                </p:pic>
                <p:cxnSp>
                  <p:nvCxnSpPr>
                    <p:cNvPr id="96" name="直接连接符 95">
                      <a:extLst>
                        <a:ext uri="{FF2B5EF4-FFF2-40B4-BE49-F238E27FC236}">
                          <a16:creationId xmlns:a16="http://schemas.microsoft.com/office/drawing/2014/main" id="{14BD80A0-4F64-7FB2-C823-6A295052B98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3785773" y="4034815"/>
                      <a:ext cx="296550" cy="172968"/>
                    </a:xfrm>
                    <a:prstGeom prst="line">
                      <a:avLst/>
                    </a:prstGeom>
                    <a:ln w="25400">
                      <a:solidFill>
                        <a:srgbClr val="FF0000"/>
                      </a:solidFill>
                      <a:prstDash val="sys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97" name="椭圆 96">
                      <a:extLst>
                        <a:ext uri="{FF2B5EF4-FFF2-40B4-BE49-F238E27FC236}">
                          <a16:creationId xmlns:a16="http://schemas.microsoft.com/office/drawing/2014/main" id="{98867F4C-8D27-8AD2-CC79-49E9E61DD1E2}"/>
                        </a:ext>
                      </a:extLst>
                    </p:cNvPr>
                    <p:cNvSpPr>
                      <a:spLocks noChangeAspect="1"/>
                    </p:cNvSpPr>
                    <p:nvPr/>
                  </p:nvSpPr>
                  <p:spPr>
                    <a:xfrm>
                      <a:off x="14031634" y="3986220"/>
                      <a:ext cx="108000" cy="108000"/>
                    </a:xfrm>
                    <a:prstGeom prst="ellipse">
                      <a:avLst/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solidFill>
                        <a:schemeClr val="accent2">
                          <a:lumMod val="75000"/>
                        </a:schemeClr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zh-CN" altLang="en-US" sz="1799"/>
                    </a:p>
                  </p:txBody>
                </p:sp>
                <p:cxnSp>
                  <p:nvCxnSpPr>
                    <p:cNvPr id="98" name="直接连接符 97">
                      <a:extLst>
                        <a:ext uri="{FF2B5EF4-FFF2-40B4-BE49-F238E27FC236}">
                          <a16:creationId xmlns:a16="http://schemas.microsoft.com/office/drawing/2014/main" id="{0CBE312D-3F8B-99ED-28F2-AD96BB07E68C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 flipV="1">
                      <a:off x="13735084" y="3760527"/>
                      <a:ext cx="84868" cy="655899"/>
                    </a:xfrm>
                    <a:prstGeom prst="line">
                      <a:avLst/>
                    </a:prstGeom>
                    <a:ln w="12700">
                      <a:solidFill>
                        <a:srgbClr val="FF0000"/>
                      </a:solidFill>
                      <a:prstDash val="sys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99" name="直接连接符 98">
                      <a:extLst>
                        <a:ext uri="{FF2B5EF4-FFF2-40B4-BE49-F238E27FC236}">
                          <a16:creationId xmlns:a16="http://schemas.microsoft.com/office/drawing/2014/main" id="{335E9DD8-0783-C4D4-E9AC-9D5248A8B07D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13533295" y="4195083"/>
                      <a:ext cx="377307" cy="25400"/>
                    </a:xfrm>
                    <a:prstGeom prst="line">
                      <a:avLst/>
                    </a:prstGeom>
                    <a:ln w="12700">
                      <a:solidFill>
                        <a:srgbClr val="FF0000"/>
                      </a:solidFill>
                      <a:prstDash val="sysDash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1E0F7D78-08F9-DC9E-873E-7C04A95320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2467878" y="3188856"/>
                      <a:ext cx="1435512" cy="369204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US" altLang="zh-CN" sz="1799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𝑑</m:t>
                            </m:r>
                            <m:r>
                              <a:rPr lang="en-US" altLang="zh-CN" sz="1799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&gt;</m:t>
                            </m:r>
                            <m:r>
                              <a:rPr lang="en-US" altLang="zh-CN" sz="1799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𝑡</m:t>
                            </m:r>
                          </m:oMath>
                        </m:oMathPara>
                      </a14:m>
                      <a:endParaRPr lang="zh-CN" altLang="en-US" sz="1799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</mc:Choice>
              <mc:Fallback>
                <p:sp>
                  <p:nvSpPr>
                    <p:cNvPr id="166" name="文本框 165">
                      <a:extLst>
                        <a:ext uri="{FF2B5EF4-FFF2-40B4-BE49-F238E27FC236}">
                          <a16:creationId xmlns:a16="http://schemas.microsoft.com/office/drawing/2014/main" id="{1E0F7D78-08F9-DC9E-873E-7C04A953207D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467878" y="3188856"/>
                      <a:ext cx="1435512" cy="369204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5ABCFA0C-B316-2221-DD36-F3614FA40E5C}"/>
                </a:ext>
              </a:extLst>
            </p:cNvPr>
            <p:cNvGrpSpPr/>
            <p:nvPr/>
          </p:nvGrpSpPr>
          <p:grpSpPr>
            <a:xfrm>
              <a:off x="12236534" y="1015141"/>
              <a:ext cx="2520000" cy="634046"/>
              <a:chOff x="12052127" y="1015141"/>
              <a:chExt cx="2520000" cy="634046"/>
            </a:xfrm>
          </p:grpSpPr>
          <p:sp>
            <p:nvSpPr>
              <p:cNvPr id="168" name="矩形: 圆角 167">
                <a:extLst>
                  <a:ext uri="{FF2B5EF4-FFF2-40B4-BE49-F238E27FC236}">
                    <a16:creationId xmlns:a16="http://schemas.microsoft.com/office/drawing/2014/main" id="{72787AAB-9F1E-9360-0BB4-8B6124F1540C}"/>
                  </a:ext>
                </a:extLst>
              </p:cNvPr>
              <p:cNvSpPr/>
              <p:nvPr/>
            </p:nvSpPr>
            <p:spPr>
              <a:xfrm>
                <a:off x="12052127" y="1015141"/>
                <a:ext cx="2520000" cy="634046"/>
              </a:xfrm>
              <a:prstGeom prst="roundRect">
                <a:avLst>
                  <a:gd name="adj" fmla="val 6699"/>
                </a:avLst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99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50BB3F57-A76A-C772-CD94-7251DF37E464}"/>
                  </a:ext>
                </a:extLst>
              </p:cNvPr>
              <p:cNvSpPr txBox="1"/>
              <p:nvPr/>
            </p:nvSpPr>
            <p:spPr>
              <a:xfrm>
                <a:off x="12362195" y="1127482"/>
                <a:ext cx="1899879" cy="4002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00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Search preimage</a:t>
                </a:r>
                <a:endParaRPr lang="zh-CN" altLang="en-US" sz="200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cxnSp>
          <p:nvCxnSpPr>
            <p:cNvPr id="178" name="直接箭头连接符 177">
              <a:extLst>
                <a:ext uri="{FF2B5EF4-FFF2-40B4-BE49-F238E27FC236}">
                  <a16:creationId xmlns:a16="http://schemas.microsoft.com/office/drawing/2014/main" id="{7562612A-5B32-2870-403A-BF5F4A503EB0}"/>
                </a:ext>
              </a:extLst>
            </p:cNvPr>
            <p:cNvCxnSpPr>
              <a:cxnSpLocks/>
              <a:stCxn id="168" idx="3"/>
              <a:endCxn id="135" idx="2"/>
            </p:cNvCxnSpPr>
            <p:nvPr/>
          </p:nvCxnSpPr>
          <p:spPr>
            <a:xfrm>
              <a:off x="14756534" y="1332164"/>
              <a:ext cx="2484259" cy="12566"/>
            </a:xfrm>
            <a:prstGeom prst="straightConnector1">
              <a:avLst/>
            </a:prstGeom>
            <a:ln w="19050">
              <a:tailEnd type="arrow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4" name="直接箭头连接符 183">
              <a:extLst>
                <a:ext uri="{FF2B5EF4-FFF2-40B4-BE49-F238E27FC236}">
                  <a16:creationId xmlns:a16="http://schemas.microsoft.com/office/drawing/2014/main" id="{BD27FF32-5CB5-59BC-D2BC-EFE00F75D447}"/>
                </a:ext>
              </a:extLst>
            </p:cNvPr>
            <p:cNvCxnSpPr>
              <a:cxnSpLocks/>
              <a:stCxn id="73" idx="3"/>
              <a:endCxn id="76" idx="1"/>
            </p:cNvCxnSpPr>
            <p:nvPr/>
          </p:nvCxnSpPr>
          <p:spPr>
            <a:xfrm>
              <a:off x="11849471" y="4451316"/>
              <a:ext cx="387063" cy="0"/>
            </a:xfrm>
            <a:prstGeom prst="straightConnector1">
              <a:avLst/>
            </a:prstGeom>
            <a:ln w="19050">
              <a:tailEnd type="arrow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7" name="直接箭头连接符 186">
              <a:extLst>
                <a:ext uri="{FF2B5EF4-FFF2-40B4-BE49-F238E27FC236}">
                  <a16:creationId xmlns:a16="http://schemas.microsoft.com/office/drawing/2014/main" id="{8A3C62A6-359F-FDCA-0214-85BC6EE4038E}"/>
                </a:ext>
              </a:extLst>
            </p:cNvPr>
            <p:cNvCxnSpPr>
              <a:cxnSpLocks/>
              <a:stCxn id="76" idx="3"/>
              <a:endCxn id="79" idx="1"/>
            </p:cNvCxnSpPr>
            <p:nvPr/>
          </p:nvCxnSpPr>
          <p:spPr>
            <a:xfrm>
              <a:off x="14756534" y="4451316"/>
              <a:ext cx="387063" cy="0"/>
            </a:xfrm>
            <a:prstGeom prst="straightConnector1">
              <a:avLst/>
            </a:prstGeom>
            <a:ln w="19050">
              <a:tailEnd type="arrow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2" name="直接箭头连接符 191">
              <a:extLst>
                <a:ext uri="{FF2B5EF4-FFF2-40B4-BE49-F238E27FC236}">
                  <a16:creationId xmlns:a16="http://schemas.microsoft.com/office/drawing/2014/main" id="{66075D66-8713-DBCD-4A52-9217EC2D8E53}"/>
                </a:ext>
              </a:extLst>
            </p:cNvPr>
            <p:cNvCxnSpPr>
              <a:cxnSpLocks/>
              <a:stCxn id="5" idx="3"/>
              <a:endCxn id="73" idx="1"/>
            </p:cNvCxnSpPr>
            <p:nvPr/>
          </p:nvCxnSpPr>
          <p:spPr>
            <a:xfrm>
              <a:off x="8942408" y="4444577"/>
              <a:ext cx="387063" cy="6739"/>
            </a:xfrm>
            <a:prstGeom prst="straightConnector1">
              <a:avLst/>
            </a:prstGeom>
            <a:ln w="19050">
              <a:tailEnd type="arrow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6" name="连接符: 肘形 195">
              <a:extLst>
                <a:ext uri="{FF2B5EF4-FFF2-40B4-BE49-F238E27FC236}">
                  <a16:creationId xmlns:a16="http://schemas.microsoft.com/office/drawing/2014/main" id="{F8B2B37F-32AA-3B36-628D-F4492B8FB214}"/>
                </a:ext>
              </a:extLst>
            </p:cNvPr>
            <p:cNvCxnSpPr>
              <a:cxnSpLocks/>
              <a:stCxn id="79" idx="2"/>
              <a:endCxn id="73" idx="2"/>
            </p:cNvCxnSpPr>
            <p:nvPr/>
          </p:nvCxnSpPr>
          <p:spPr>
            <a:xfrm rot="5400000">
              <a:off x="13496534" y="3319847"/>
              <a:ext cx="12700" cy="5814126"/>
            </a:xfrm>
            <a:prstGeom prst="bent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9" name="直接箭头连接符 198">
              <a:extLst>
                <a:ext uri="{FF2B5EF4-FFF2-40B4-BE49-F238E27FC236}">
                  <a16:creationId xmlns:a16="http://schemas.microsoft.com/office/drawing/2014/main" id="{A09338ED-1485-437B-2F8F-446161BA8494}"/>
                </a:ext>
              </a:extLst>
            </p:cNvPr>
            <p:cNvCxnSpPr>
              <a:cxnSpLocks/>
              <a:stCxn id="2" idx="2"/>
              <a:endCxn id="5" idx="0"/>
            </p:cNvCxnSpPr>
            <p:nvPr/>
          </p:nvCxnSpPr>
          <p:spPr>
            <a:xfrm>
              <a:off x="7682406" y="2409440"/>
              <a:ext cx="2" cy="252803"/>
            </a:xfrm>
            <a:prstGeom prst="straightConnector1">
              <a:avLst/>
            </a:prstGeom>
            <a:ln w="19050">
              <a:tailEnd type="arrow" w="lg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F2C611B2-09FA-A1FE-657A-0BAA5EFDB4B6}"/>
                </a:ext>
              </a:extLst>
            </p:cNvPr>
            <p:cNvSpPr txBox="1"/>
            <p:nvPr/>
          </p:nvSpPr>
          <p:spPr>
            <a:xfrm>
              <a:off x="14712239" y="1543711"/>
              <a:ext cx="2661693" cy="338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5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No counterexample found</a:t>
              </a:r>
              <a:endParaRPr lang="zh-CN" altLang="en-US" sz="1598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34" name="连接符: 肘形 33">
              <a:extLst>
                <a:ext uri="{FF2B5EF4-FFF2-40B4-BE49-F238E27FC236}">
                  <a16:creationId xmlns:a16="http://schemas.microsoft.com/office/drawing/2014/main" id="{B21BC391-0033-620C-5584-4C3F5267BD39}"/>
                </a:ext>
              </a:extLst>
            </p:cNvPr>
            <p:cNvCxnSpPr>
              <a:cxnSpLocks/>
              <a:endCxn id="134" idx="2"/>
            </p:cNvCxnSpPr>
            <p:nvPr/>
          </p:nvCxnSpPr>
          <p:spPr>
            <a:xfrm>
              <a:off x="14846328" y="1332164"/>
              <a:ext cx="2394465" cy="538844"/>
            </a:xfrm>
            <a:prstGeom prst="bentConnector3">
              <a:avLst>
                <a:gd name="adj1" fmla="val 219"/>
              </a:avLst>
            </a:prstGeom>
            <a:ln w="19050">
              <a:solidFill>
                <a:schemeClr val="tx1"/>
              </a:solidFill>
              <a:headEnd type="none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F63E1138-A260-2CC5-A658-B80C138C221F}"/>
                </a:ext>
              </a:extLst>
            </p:cNvPr>
            <p:cNvSpPr txBox="1"/>
            <p:nvPr/>
          </p:nvSpPr>
          <p:spPr>
            <a:xfrm>
              <a:off x="14712239" y="1027709"/>
              <a:ext cx="2661693" cy="338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5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Find a counterexample</a:t>
              </a:r>
              <a:endParaRPr lang="zh-CN" altLang="en-US" sz="1598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1" name="椭圆 70">
              <a:extLst>
                <a:ext uri="{FF2B5EF4-FFF2-40B4-BE49-F238E27FC236}">
                  <a16:creationId xmlns:a16="http://schemas.microsoft.com/office/drawing/2014/main" id="{E8C178AB-01C5-EAF3-5443-3C70253C12B7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329449" y="1180448"/>
              <a:ext cx="360000" cy="360000"/>
            </a:xfrm>
            <a:prstGeom prst="ellipse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CN" altLang="en-US" sz="1598" b="1" dirty="0">
                  <a:sym typeface="Wingdings 2" panose="05020102010507070707" pitchFamily="18" charset="2"/>
                </a:rPr>
                <a:t></a:t>
              </a:r>
              <a:endParaRPr lang="zh-CN" altLang="en-US" sz="1598" dirty="0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FA6D2D3C-0B93-3AF8-9570-F40EA321778C}"/>
                </a:ext>
              </a:extLst>
            </p:cNvPr>
            <p:cNvSpPr txBox="1"/>
            <p:nvPr/>
          </p:nvSpPr>
          <p:spPr>
            <a:xfrm>
              <a:off x="6672999" y="1191374"/>
              <a:ext cx="1014458" cy="338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Safe</a:t>
              </a:r>
              <a:endParaRPr lang="zh-CN" altLang="en-US" sz="1598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2" name="椭圆 71">
              <a:extLst>
                <a:ext uri="{FF2B5EF4-FFF2-40B4-BE49-F238E27FC236}">
                  <a16:creationId xmlns:a16="http://schemas.microsoft.com/office/drawing/2014/main" id="{89AD54E0-82B6-1577-C93A-48C0625FDD7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7444849" y="1180448"/>
              <a:ext cx="360000" cy="360000"/>
            </a:xfrm>
            <a:prstGeom prst="ellipse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75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598" b="1" dirty="0">
                  <a:sym typeface="Wingdings 2" panose="05020102010507070707" pitchFamily="18" charset="2"/>
                </a:rPr>
                <a:t></a:t>
              </a:r>
              <a:endParaRPr lang="zh-CN" altLang="en-US" sz="1598" dirty="0"/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EDCFABD0-5C4E-6B5F-3C81-B9C95457E9E4}"/>
                </a:ext>
              </a:extLst>
            </p:cNvPr>
            <p:cNvSpPr txBox="1"/>
            <p:nvPr/>
          </p:nvSpPr>
          <p:spPr>
            <a:xfrm>
              <a:off x="7788400" y="1191374"/>
              <a:ext cx="1014458" cy="338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Unsafe</a:t>
              </a:r>
              <a:endParaRPr lang="zh-CN" altLang="en-US" sz="1598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7" name="椭圆 76">
              <a:extLst>
                <a:ext uri="{FF2B5EF4-FFF2-40B4-BE49-F238E27FC236}">
                  <a16:creationId xmlns:a16="http://schemas.microsoft.com/office/drawing/2014/main" id="{7849E1C9-EE95-CFE2-3B82-127FE3AB0BCB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8709883" y="1180448"/>
              <a:ext cx="360000" cy="360000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1598" b="1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?</a:t>
              </a:r>
              <a:endParaRPr lang="zh-CN" altLang="en-US" sz="1598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FCC84904-4FA8-7013-8596-C1CFA12558AB}"/>
                </a:ext>
              </a:extLst>
            </p:cNvPr>
            <p:cNvSpPr txBox="1"/>
            <p:nvPr/>
          </p:nvSpPr>
          <p:spPr>
            <a:xfrm>
              <a:off x="9054898" y="1191374"/>
              <a:ext cx="1014458" cy="3382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598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Unknown</a:t>
              </a:r>
              <a:endParaRPr lang="zh-CN" altLang="en-US" sz="1598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248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65C84A-B918-BC92-CE06-4DC0E169D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圆角 2">
            <a:extLst>
              <a:ext uri="{FF2B5EF4-FFF2-40B4-BE49-F238E27FC236}">
                <a16:creationId xmlns:a16="http://schemas.microsoft.com/office/drawing/2014/main" id="{E7DD4A2C-E761-2BBD-D08A-F2A05B86B948}"/>
              </a:ext>
            </a:extLst>
          </p:cNvPr>
          <p:cNvSpPr/>
          <p:nvPr/>
        </p:nvSpPr>
        <p:spPr>
          <a:xfrm>
            <a:off x="6041573" y="789711"/>
            <a:ext cx="11527971" cy="5992091"/>
          </a:xfrm>
          <a:prstGeom prst="roundRect">
            <a:avLst>
              <a:gd name="adj" fmla="val 7214"/>
            </a:avLst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395B5DAA-F88A-1171-0C4F-C5BC619B134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97904" y="1678017"/>
          <a:ext cx="1969006" cy="58523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50680" imgH="253800" progId="Equation.DSMT4">
                  <p:embed/>
                </p:oleObj>
              </mc:Choice>
              <mc:Fallback>
                <p:oleObj name="Equation" r:id="rId3" imgW="850680" imgH="253800" progId="Equation.DSMT4">
                  <p:embed/>
                  <p:pic>
                    <p:nvPicPr>
                      <p:cNvPr id="2" name="对象 1">
                        <a:extLst>
                          <a:ext uri="{FF2B5EF4-FFF2-40B4-BE49-F238E27FC236}">
                            <a16:creationId xmlns:a16="http://schemas.microsoft.com/office/drawing/2014/main" id="{9758FAC1-5401-888A-9F35-68E6E0F02D5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6697904" y="1678017"/>
                        <a:ext cx="1969006" cy="58523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: 圆角 4">
            <a:extLst>
              <a:ext uri="{FF2B5EF4-FFF2-40B4-BE49-F238E27FC236}">
                <a16:creationId xmlns:a16="http://schemas.microsoft.com/office/drawing/2014/main" id="{6BF0D22D-1179-D5A5-2FA6-E2AB32C13FB2}"/>
              </a:ext>
            </a:extLst>
          </p:cNvPr>
          <p:cNvSpPr/>
          <p:nvPr/>
        </p:nvSpPr>
        <p:spPr>
          <a:xfrm>
            <a:off x="6422407" y="2524363"/>
            <a:ext cx="2520001" cy="3564666"/>
          </a:xfrm>
          <a:prstGeom prst="roundRect">
            <a:avLst>
              <a:gd name="adj" fmla="val 669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452E1A1E-F80C-D761-9BFE-0DE04C545A57}"/>
              </a:ext>
            </a:extLst>
          </p:cNvPr>
          <p:cNvSpPr txBox="1"/>
          <p:nvPr/>
        </p:nvSpPr>
        <p:spPr>
          <a:xfrm>
            <a:off x="6682776" y="2684776"/>
            <a:ext cx="1999265" cy="400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Bounds</a:t>
            </a:r>
            <a:endParaRPr lang="zh-CN" altLang="en-US" sz="20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873D10E5-23AE-C4AF-3889-4111F641B44A}"/>
              </a:ext>
            </a:extLst>
          </p:cNvPr>
          <p:cNvSpPr/>
          <p:nvPr/>
        </p:nvSpPr>
        <p:spPr>
          <a:xfrm>
            <a:off x="6602407" y="3229108"/>
            <a:ext cx="2160001" cy="2520001"/>
          </a:xfrm>
          <a:prstGeom prst="roundRect">
            <a:avLst>
              <a:gd name="adj" fmla="val 66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C835D99A-EA67-DC8B-AD93-4111236D5E20}"/>
              </a:ext>
            </a:extLst>
          </p:cNvPr>
          <p:cNvSpPr/>
          <p:nvPr/>
        </p:nvSpPr>
        <p:spPr>
          <a:xfrm>
            <a:off x="9136086" y="2537838"/>
            <a:ext cx="2520001" cy="3551189"/>
          </a:xfrm>
          <a:prstGeom prst="roundRect">
            <a:avLst>
              <a:gd name="adj" fmla="val 5841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D5F465AD-9278-E5B6-FF02-D3173A1337D2}"/>
              </a:ext>
            </a:extLst>
          </p:cNvPr>
          <p:cNvSpPr txBox="1"/>
          <p:nvPr/>
        </p:nvSpPr>
        <p:spPr>
          <a:xfrm>
            <a:off x="9396453" y="2663194"/>
            <a:ext cx="2007923" cy="4002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NMS Verification</a:t>
            </a:r>
            <a:endParaRPr lang="zh-CN" altLang="en-US" sz="20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矩形: 圆角 91">
            <a:extLst>
              <a:ext uri="{FF2B5EF4-FFF2-40B4-BE49-F238E27FC236}">
                <a16:creationId xmlns:a16="http://schemas.microsoft.com/office/drawing/2014/main" id="{38684F90-E88A-518E-15FF-80C79F4DF973}"/>
              </a:ext>
            </a:extLst>
          </p:cNvPr>
          <p:cNvSpPr/>
          <p:nvPr/>
        </p:nvSpPr>
        <p:spPr>
          <a:xfrm>
            <a:off x="9316086" y="3229108"/>
            <a:ext cx="2160001" cy="2520001"/>
          </a:xfrm>
          <a:prstGeom prst="roundRect">
            <a:avLst>
              <a:gd name="adj" fmla="val 66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81602AEC-18CF-7D7B-D3E2-CEF7E6133805}"/>
              </a:ext>
            </a:extLst>
          </p:cNvPr>
          <p:cNvSpPr/>
          <p:nvPr/>
        </p:nvSpPr>
        <p:spPr>
          <a:xfrm>
            <a:off x="11870475" y="2537838"/>
            <a:ext cx="2520001" cy="3551189"/>
          </a:xfrm>
          <a:prstGeom prst="roundRect">
            <a:avLst>
              <a:gd name="adj" fmla="val 669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id="{046A4DC2-6F9A-0A7E-0374-0EE7B15C58E4}"/>
              </a:ext>
            </a:extLst>
          </p:cNvPr>
          <p:cNvGrpSpPr/>
          <p:nvPr/>
        </p:nvGrpSpPr>
        <p:grpSpPr>
          <a:xfrm>
            <a:off x="12105632" y="3229108"/>
            <a:ext cx="2160001" cy="2520001"/>
            <a:chOff x="2951774" y="2332398"/>
            <a:chExt cx="2160000" cy="2520000"/>
          </a:xfrm>
        </p:grpSpPr>
        <p:sp>
          <p:nvSpPr>
            <p:cNvPr id="100" name="矩形: 圆角 99">
              <a:extLst>
                <a:ext uri="{FF2B5EF4-FFF2-40B4-BE49-F238E27FC236}">
                  <a16:creationId xmlns:a16="http://schemas.microsoft.com/office/drawing/2014/main" id="{99AE2A7B-2483-8642-8273-562712DC59AC}"/>
                </a:ext>
              </a:extLst>
            </p:cNvPr>
            <p:cNvSpPr/>
            <p:nvPr/>
          </p:nvSpPr>
          <p:spPr>
            <a:xfrm>
              <a:off x="2951774" y="2332398"/>
              <a:ext cx="2160000" cy="2520000"/>
            </a:xfrm>
            <a:prstGeom prst="roundRect">
              <a:avLst>
                <a:gd name="adj" fmla="val 669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99" dirty="0"/>
            </a:p>
          </p:txBody>
        </p:sp>
        <p:pic>
          <p:nvPicPr>
            <p:cNvPr id="101" name="object 2">
              <a:extLst>
                <a:ext uri="{FF2B5EF4-FFF2-40B4-BE49-F238E27FC236}">
                  <a16:creationId xmlns:a16="http://schemas.microsoft.com/office/drawing/2014/main" id="{655EFACE-305C-C082-BE99-82FBC65397D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131774" y="2574607"/>
              <a:ext cx="1800000" cy="2035583"/>
            </a:xfrm>
            <a:prstGeom prst="rect">
              <a:avLst/>
            </a:prstGeom>
          </p:spPr>
        </p:pic>
      </p:grp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id="{AF3D1359-042D-4AFF-2EB1-A72E34C9C15C}"/>
              </a:ext>
            </a:extLst>
          </p:cNvPr>
          <p:cNvCxnSpPr>
            <a:cxnSpLocks/>
          </p:cNvCxnSpPr>
          <p:nvPr/>
        </p:nvCxnSpPr>
        <p:spPr>
          <a:xfrm flipH="1">
            <a:off x="13785775" y="4034818"/>
            <a:ext cx="296549" cy="172967"/>
          </a:xfrm>
          <a:prstGeom prst="line">
            <a:avLst/>
          </a:prstGeom>
          <a:ln w="254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椭圆 96">
            <a:extLst>
              <a:ext uri="{FF2B5EF4-FFF2-40B4-BE49-F238E27FC236}">
                <a16:creationId xmlns:a16="http://schemas.microsoft.com/office/drawing/2014/main" id="{23F96923-6CCB-8130-0103-E92E026A4458}"/>
              </a:ext>
            </a:extLst>
          </p:cNvPr>
          <p:cNvSpPr>
            <a:spLocks noChangeAspect="1"/>
          </p:cNvSpPr>
          <p:nvPr/>
        </p:nvSpPr>
        <p:spPr>
          <a:xfrm>
            <a:off x="14031632" y="3986218"/>
            <a:ext cx="108001" cy="1080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/>
          </a:p>
        </p:txBody>
      </p:sp>
      <p:cxnSp>
        <p:nvCxnSpPr>
          <p:cNvPr id="98" name="直接连接符 97">
            <a:extLst>
              <a:ext uri="{FF2B5EF4-FFF2-40B4-BE49-F238E27FC236}">
                <a16:creationId xmlns:a16="http://schemas.microsoft.com/office/drawing/2014/main" id="{A336E36E-28FC-3998-0E96-0144B7145222}"/>
              </a:ext>
            </a:extLst>
          </p:cNvPr>
          <p:cNvCxnSpPr>
            <a:cxnSpLocks/>
          </p:cNvCxnSpPr>
          <p:nvPr/>
        </p:nvCxnSpPr>
        <p:spPr>
          <a:xfrm flipH="1" flipV="1">
            <a:off x="13735083" y="3760529"/>
            <a:ext cx="84867" cy="655899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直接连接符 98">
            <a:extLst>
              <a:ext uri="{FF2B5EF4-FFF2-40B4-BE49-F238E27FC236}">
                <a16:creationId xmlns:a16="http://schemas.microsoft.com/office/drawing/2014/main" id="{4F7891A4-06C2-8D7B-E528-F8856AF6269A}"/>
              </a:ext>
            </a:extLst>
          </p:cNvPr>
          <p:cNvCxnSpPr>
            <a:cxnSpLocks/>
          </p:cNvCxnSpPr>
          <p:nvPr/>
        </p:nvCxnSpPr>
        <p:spPr>
          <a:xfrm flipH="1">
            <a:off x="13533298" y="4195084"/>
            <a:ext cx="377307" cy="25398"/>
          </a:xfrm>
          <a:prstGeom prst="line">
            <a:avLst/>
          </a:prstGeom>
          <a:ln w="12700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矩形: 圆角 78">
            <a:extLst>
              <a:ext uri="{FF2B5EF4-FFF2-40B4-BE49-F238E27FC236}">
                <a16:creationId xmlns:a16="http://schemas.microsoft.com/office/drawing/2014/main" id="{88321A39-A254-5C6F-9617-E1303E7ADC6C}"/>
              </a:ext>
            </a:extLst>
          </p:cNvPr>
          <p:cNvSpPr/>
          <p:nvPr/>
        </p:nvSpPr>
        <p:spPr>
          <a:xfrm>
            <a:off x="14636701" y="2537838"/>
            <a:ext cx="2520001" cy="3551189"/>
          </a:xfrm>
          <a:prstGeom prst="roundRect">
            <a:avLst>
              <a:gd name="adj" fmla="val 669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0D2CEEA9-DC0E-AE91-FDF3-2DC6B497F7ED}"/>
              </a:ext>
            </a:extLst>
          </p:cNvPr>
          <p:cNvSpPr txBox="1"/>
          <p:nvPr/>
        </p:nvSpPr>
        <p:spPr>
          <a:xfrm>
            <a:off x="15010084" y="2697648"/>
            <a:ext cx="1773242" cy="400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Bounds</a:t>
            </a:r>
            <a:endParaRPr lang="zh-CN" altLang="en-US" sz="20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5C41CBBD-6CF9-931C-878B-2FDA8E366922}"/>
              </a:ext>
            </a:extLst>
          </p:cNvPr>
          <p:cNvSpPr/>
          <p:nvPr/>
        </p:nvSpPr>
        <p:spPr>
          <a:xfrm>
            <a:off x="14816701" y="3229108"/>
            <a:ext cx="2160001" cy="2520001"/>
          </a:xfrm>
          <a:prstGeom prst="roundRect">
            <a:avLst>
              <a:gd name="adj" fmla="val 6699"/>
            </a:avLst>
          </a:prstGeom>
          <a:solidFill>
            <a:schemeClr val="bg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pic>
        <p:nvPicPr>
          <p:cNvPr id="104" name="object 2">
            <a:extLst>
              <a:ext uri="{FF2B5EF4-FFF2-40B4-BE49-F238E27FC236}">
                <a16:creationId xmlns:a16="http://schemas.microsoft.com/office/drawing/2014/main" id="{350850CD-F4A4-5346-2D1E-C22D3D7960AA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4996702" y="3471322"/>
            <a:ext cx="1800000" cy="2035582"/>
          </a:xfrm>
          <a:prstGeom prst="rect">
            <a:avLst/>
          </a:prstGeom>
        </p:spPr>
      </p:pic>
      <p:sp>
        <p:nvSpPr>
          <p:cNvPr id="133" name="椭圆 132">
            <a:extLst>
              <a:ext uri="{FF2B5EF4-FFF2-40B4-BE49-F238E27FC236}">
                <a16:creationId xmlns:a16="http://schemas.microsoft.com/office/drawing/2014/main" id="{B4524335-8B4E-5A26-F475-6923E375924D}"/>
              </a:ext>
            </a:extLst>
          </p:cNvPr>
          <p:cNvSpPr>
            <a:spLocks noChangeAspect="1"/>
          </p:cNvSpPr>
          <p:nvPr/>
        </p:nvSpPr>
        <p:spPr>
          <a:xfrm>
            <a:off x="10186832" y="1127484"/>
            <a:ext cx="418509" cy="418509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1598" b="1" dirty="0">
                <a:sym typeface="Wingdings 2" panose="05020102010507070707" pitchFamily="18" charset="2"/>
              </a:rPr>
              <a:t></a:t>
            </a:r>
            <a:endParaRPr lang="zh-CN" altLang="en-US" sz="1598" dirty="0"/>
          </a:p>
        </p:txBody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29111469-482F-43BF-83C7-59F0F74FE177}"/>
              </a:ext>
            </a:extLst>
          </p:cNvPr>
          <p:cNvSpPr>
            <a:spLocks noChangeAspect="1"/>
          </p:cNvSpPr>
          <p:nvPr/>
        </p:nvSpPr>
        <p:spPr>
          <a:xfrm>
            <a:off x="10998037" y="1122913"/>
            <a:ext cx="418509" cy="418509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598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?</a:t>
            </a:r>
            <a:endParaRPr lang="zh-CN" altLang="en-US" sz="1598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34149CF9-7442-C699-137F-5777CAF0C8F7}"/>
              </a:ext>
            </a:extLst>
          </p:cNvPr>
          <p:cNvSpPr>
            <a:spLocks noChangeAspect="1"/>
          </p:cNvSpPr>
          <p:nvPr/>
        </p:nvSpPr>
        <p:spPr>
          <a:xfrm>
            <a:off x="14860673" y="1122913"/>
            <a:ext cx="418509" cy="418509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598" b="1" dirty="0">
                <a:sym typeface="Wingdings 2" panose="05020102010507070707" pitchFamily="18" charset="2"/>
              </a:rPr>
              <a:t></a:t>
            </a:r>
            <a:endParaRPr lang="zh-CN" altLang="en-US" sz="1598" dirty="0"/>
          </a:p>
        </p:txBody>
      </p:sp>
      <p:graphicFrame>
        <p:nvGraphicFramePr>
          <p:cNvPr id="136" name="对象 135">
            <a:extLst>
              <a:ext uri="{FF2B5EF4-FFF2-40B4-BE49-F238E27FC236}">
                <a16:creationId xmlns:a16="http://schemas.microsoft.com/office/drawing/2014/main" id="{F539129C-15AB-15A2-0416-A46FD97E8E1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88747755"/>
              </p:ext>
            </p:extLst>
          </p:nvPr>
        </p:nvGraphicFramePr>
        <p:xfrm>
          <a:off x="10526528" y="3881664"/>
          <a:ext cx="2865436" cy="12604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69720" imgH="558720" progId="Equation.DSMT4">
                  <p:embed/>
                </p:oleObj>
              </mc:Choice>
              <mc:Fallback>
                <p:oleObj name="Equation" r:id="rId7" imgW="1269720" imgH="558720" progId="Equation.DSMT4">
                  <p:embed/>
                  <p:pic>
                    <p:nvPicPr>
                      <p:cNvPr id="136" name="对象 135">
                        <a:extLst>
                          <a:ext uri="{FF2B5EF4-FFF2-40B4-BE49-F238E27FC236}">
                            <a16:creationId xmlns:a16="http://schemas.microsoft.com/office/drawing/2014/main" id="{5400C9C6-9ACC-5057-BA14-9024ED6A85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526528" y="3881664"/>
                        <a:ext cx="2865436" cy="12604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7" name="文本框 136">
            <a:extLst>
              <a:ext uri="{FF2B5EF4-FFF2-40B4-BE49-F238E27FC236}">
                <a16:creationId xmlns:a16="http://schemas.microsoft.com/office/drawing/2014/main" id="{3BE5B82A-F184-C168-9264-734CA805D1E6}"/>
              </a:ext>
            </a:extLst>
          </p:cNvPr>
          <p:cNvSpPr txBox="1"/>
          <p:nvPr/>
        </p:nvSpPr>
        <p:spPr>
          <a:xfrm>
            <a:off x="10417057" y="1868172"/>
            <a:ext cx="2117468" cy="5841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Exists one box always detect correct</a:t>
            </a:r>
            <a:endParaRPr lang="zh-CN" altLang="en-US" sz="159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39" name="直接箭头连接符 138">
            <a:extLst>
              <a:ext uri="{FF2B5EF4-FFF2-40B4-BE49-F238E27FC236}">
                <a16:creationId xmlns:a16="http://schemas.microsoft.com/office/drawing/2014/main" id="{8F3A571E-464E-C396-6021-3C41E1B2A815}"/>
              </a:ext>
            </a:extLst>
          </p:cNvPr>
          <p:cNvCxnSpPr>
            <a:cxnSpLocks/>
            <a:stCxn id="73" idx="0"/>
            <a:endCxn id="133" idx="4"/>
          </p:cNvCxnSpPr>
          <p:nvPr/>
        </p:nvCxnSpPr>
        <p:spPr>
          <a:xfrm flipV="1">
            <a:off x="10396087" y="1545991"/>
            <a:ext cx="0" cy="991847"/>
          </a:xfrm>
          <a:prstGeom prst="straightConnector1">
            <a:avLst/>
          </a:prstGeom>
          <a:ln w="19050">
            <a:tailEnd type="arrow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156" name="对象 155">
            <a:extLst>
              <a:ext uri="{FF2B5EF4-FFF2-40B4-BE49-F238E27FC236}">
                <a16:creationId xmlns:a16="http://schemas.microsoft.com/office/drawing/2014/main" id="{524ED5BE-0A34-F395-5BC6-2D47BDEB25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959245" y="2574317"/>
          <a:ext cx="2441574" cy="49530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02960" imgH="203040" progId="Equation.DSMT4">
                  <p:embed/>
                </p:oleObj>
              </mc:Choice>
              <mc:Fallback>
                <p:oleObj name="Equation" r:id="rId9" imgW="1002960" imgH="203040" progId="Equation.DSMT4">
                  <p:embed/>
                  <p:pic>
                    <p:nvPicPr>
                      <p:cNvPr id="156" name="对象 155">
                        <a:extLst>
                          <a:ext uri="{FF2B5EF4-FFF2-40B4-BE49-F238E27FC236}">
                            <a16:creationId xmlns:a16="http://schemas.microsoft.com/office/drawing/2014/main" id="{68DAD372-B154-96A4-27F0-F0F4CBAA1EC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959245" y="2574317"/>
                        <a:ext cx="2441574" cy="49530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158" name="直接箭头连接符 157">
            <a:extLst>
              <a:ext uri="{FF2B5EF4-FFF2-40B4-BE49-F238E27FC236}">
                <a16:creationId xmlns:a16="http://schemas.microsoft.com/office/drawing/2014/main" id="{FC933B4E-4A7C-77FE-0AE9-63D4025B5E19}"/>
              </a:ext>
            </a:extLst>
          </p:cNvPr>
          <p:cNvCxnSpPr>
            <a:cxnSpLocks/>
            <a:stCxn id="76" idx="0"/>
            <a:endCxn id="168" idx="2"/>
          </p:cNvCxnSpPr>
          <p:nvPr/>
        </p:nvCxnSpPr>
        <p:spPr>
          <a:xfrm flipH="1" flipV="1">
            <a:off x="13127722" y="1649188"/>
            <a:ext cx="2755" cy="888652"/>
          </a:xfrm>
          <a:prstGeom prst="straightConnector1">
            <a:avLst/>
          </a:prstGeom>
          <a:ln w="19050">
            <a:tailEnd type="arrow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1C8AEC63-A74B-136F-8A6D-27319FA6EB64}"/>
                  </a:ext>
                </a:extLst>
              </p:cNvPr>
              <p:cNvSpPr txBox="1"/>
              <p:nvPr/>
            </p:nvSpPr>
            <p:spPr>
              <a:xfrm>
                <a:off x="12599989" y="1970632"/>
                <a:ext cx="2117468" cy="400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altLang="zh-CN" sz="200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lang="en-US" altLang="zh-CN" sz="200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00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5" name="文本框 164">
                <a:extLst>
                  <a:ext uri="{FF2B5EF4-FFF2-40B4-BE49-F238E27FC236}">
                    <a16:creationId xmlns:a16="http://schemas.microsoft.com/office/drawing/2014/main" id="{1C8AEC63-A74B-136F-8A6D-27319FA6EB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99989" y="1970632"/>
                <a:ext cx="2117468" cy="40023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B5F3C6BB-82C3-7BD3-060A-5FFBFDF5FEB0}"/>
                  </a:ext>
                </a:extLst>
              </p:cNvPr>
              <p:cNvSpPr txBox="1"/>
              <p:nvPr/>
            </p:nvSpPr>
            <p:spPr>
              <a:xfrm>
                <a:off x="12121298" y="3136067"/>
                <a:ext cx="2117468" cy="4002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r>
                        <a:rPr lang="en-US" altLang="zh-CN" sz="200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&gt;</m:t>
                      </m:r>
                      <m:r>
                        <a:rPr lang="en-US" altLang="zh-CN" sz="2001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𝑡</m:t>
                      </m:r>
                    </m:oMath>
                  </m:oMathPara>
                </a14:m>
                <a:endParaRPr lang="zh-CN" altLang="en-US" sz="200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66" name="文本框 165">
                <a:extLst>
                  <a:ext uri="{FF2B5EF4-FFF2-40B4-BE49-F238E27FC236}">
                    <a16:creationId xmlns:a16="http://schemas.microsoft.com/office/drawing/2014/main" id="{B5F3C6BB-82C3-7BD3-060A-5FFBFDF5FE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21298" y="3136067"/>
                <a:ext cx="2117468" cy="400238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8" name="矩形: 圆角 167">
            <a:extLst>
              <a:ext uri="{FF2B5EF4-FFF2-40B4-BE49-F238E27FC236}">
                <a16:creationId xmlns:a16="http://schemas.microsoft.com/office/drawing/2014/main" id="{D37CA6DD-DA46-05B6-8A5E-BE64AB86954F}"/>
              </a:ext>
            </a:extLst>
          </p:cNvPr>
          <p:cNvSpPr/>
          <p:nvPr/>
        </p:nvSpPr>
        <p:spPr>
          <a:xfrm>
            <a:off x="11867720" y="1015140"/>
            <a:ext cx="2520001" cy="634046"/>
          </a:xfrm>
          <a:prstGeom prst="roundRect">
            <a:avLst>
              <a:gd name="adj" fmla="val 6699"/>
            </a:avLst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文本框 168">
            <a:extLst>
              <a:ext uri="{FF2B5EF4-FFF2-40B4-BE49-F238E27FC236}">
                <a16:creationId xmlns:a16="http://schemas.microsoft.com/office/drawing/2014/main" id="{F778FEA0-1100-924E-4B3D-E9C71C49CDB9}"/>
              </a:ext>
            </a:extLst>
          </p:cNvPr>
          <p:cNvSpPr txBox="1"/>
          <p:nvPr/>
        </p:nvSpPr>
        <p:spPr>
          <a:xfrm>
            <a:off x="12175406" y="1127485"/>
            <a:ext cx="1899879" cy="4002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00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preimage</a:t>
            </a:r>
            <a:endParaRPr lang="zh-CN" altLang="en-US" sz="200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9F48A2C4-CD44-7EB7-5075-F3F0F942CC77}"/>
              </a:ext>
            </a:extLst>
          </p:cNvPr>
          <p:cNvCxnSpPr>
            <a:cxnSpLocks/>
            <a:stCxn id="168" idx="1"/>
            <a:endCxn id="134" idx="6"/>
          </p:cNvCxnSpPr>
          <p:nvPr/>
        </p:nvCxnSpPr>
        <p:spPr>
          <a:xfrm flipH="1">
            <a:off x="11416544" y="1332163"/>
            <a:ext cx="451176" cy="0"/>
          </a:xfrm>
          <a:prstGeom prst="straightConnector1">
            <a:avLst/>
          </a:prstGeom>
          <a:ln w="19050">
            <a:tailEnd type="arrow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8" name="直接箭头连接符 177">
            <a:extLst>
              <a:ext uri="{FF2B5EF4-FFF2-40B4-BE49-F238E27FC236}">
                <a16:creationId xmlns:a16="http://schemas.microsoft.com/office/drawing/2014/main" id="{D0C5C57F-ABFA-3F18-0EAD-3341E9944B01}"/>
              </a:ext>
            </a:extLst>
          </p:cNvPr>
          <p:cNvCxnSpPr>
            <a:cxnSpLocks/>
            <a:stCxn id="168" idx="3"/>
            <a:endCxn id="135" idx="2"/>
          </p:cNvCxnSpPr>
          <p:nvPr/>
        </p:nvCxnSpPr>
        <p:spPr>
          <a:xfrm>
            <a:off x="14387721" y="1332163"/>
            <a:ext cx="472950" cy="0"/>
          </a:xfrm>
          <a:prstGeom prst="straightConnector1">
            <a:avLst/>
          </a:prstGeom>
          <a:ln w="19050">
            <a:tailEnd type="arrow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4" name="直接箭头连接符 183">
            <a:extLst>
              <a:ext uri="{FF2B5EF4-FFF2-40B4-BE49-F238E27FC236}">
                <a16:creationId xmlns:a16="http://schemas.microsoft.com/office/drawing/2014/main" id="{95AFEB24-8BA7-975C-03D3-0EDC3BBD7793}"/>
              </a:ext>
            </a:extLst>
          </p:cNvPr>
          <p:cNvCxnSpPr>
            <a:cxnSpLocks/>
            <a:stCxn id="73" idx="3"/>
            <a:endCxn id="76" idx="1"/>
          </p:cNvCxnSpPr>
          <p:nvPr/>
        </p:nvCxnSpPr>
        <p:spPr>
          <a:xfrm>
            <a:off x="11656085" y="4313432"/>
            <a:ext cx="214392" cy="0"/>
          </a:xfrm>
          <a:prstGeom prst="straightConnector1">
            <a:avLst/>
          </a:prstGeom>
          <a:ln w="19050">
            <a:tailEnd type="arrow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7" name="直接箭头连接符 186">
            <a:extLst>
              <a:ext uri="{FF2B5EF4-FFF2-40B4-BE49-F238E27FC236}">
                <a16:creationId xmlns:a16="http://schemas.microsoft.com/office/drawing/2014/main" id="{2B39654F-6E56-F253-C1D4-85D72A5BD57C}"/>
              </a:ext>
            </a:extLst>
          </p:cNvPr>
          <p:cNvCxnSpPr>
            <a:cxnSpLocks/>
            <a:stCxn id="76" idx="3"/>
            <a:endCxn id="79" idx="1"/>
          </p:cNvCxnSpPr>
          <p:nvPr/>
        </p:nvCxnSpPr>
        <p:spPr>
          <a:xfrm>
            <a:off x="14390475" y="4313432"/>
            <a:ext cx="246226" cy="0"/>
          </a:xfrm>
          <a:prstGeom prst="straightConnector1">
            <a:avLst/>
          </a:prstGeom>
          <a:ln w="19050">
            <a:tailEnd type="arrow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AF6A3FE1-7FF2-1ED1-EB64-679E57413EDF}"/>
              </a:ext>
            </a:extLst>
          </p:cNvPr>
          <p:cNvCxnSpPr>
            <a:cxnSpLocks/>
            <a:stCxn id="5" idx="3"/>
            <a:endCxn id="73" idx="1"/>
          </p:cNvCxnSpPr>
          <p:nvPr/>
        </p:nvCxnSpPr>
        <p:spPr>
          <a:xfrm>
            <a:off x="8942407" y="4306698"/>
            <a:ext cx="193675" cy="6741"/>
          </a:xfrm>
          <a:prstGeom prst="straightConnector1">
            <a:avLst/>
          </a:prstGeom>
          <a:ln w="19050">
            <a:tailEnd type="arrow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6" name="连接符: 肘形 195">
            <a:extLst>
              <a:ext uri="{FF2B5EF4-FFF2-40B4-BE49-F238E27FC236}">
                <a16:creationId xmlns:a16="http://schemas.microsoft.com/office/drawing/2014/main" id="{7A570B06-937E-C86F-2B9A-D6DF36662AFA}"/>
              </a:ext>
            </a:extLst>
          </p:cNvPr>
          <p:cNvCxnSpPr>
            <a:cxnSpLocks/>
            <a:stCxn id="79" idx="2"/>
            <a:endCxn id="73" idx="2"/>
          </p:cNvCxnSpPr>
          <p:nvPr/>
        </p:nvCxnSpPr>
        <p:spPr>
          <a:xfrm rot="5400000">
            <a:off x="13146394" y="3338721"/>
            <a:ext cx="12699" cy="5500619"/>
          </a:xfrm>
          <a:prstGeom prst="bentConnector3">
            <a:avLst>
              <a:gd name="adj1" fmla="val 2454543"/>
            </a:avLst>
          </a:prstGeom>
          <a:ln w="25400">
            <a:solidFill>
              <a:schemeClr val="tx1"/>
            </a:solidFill>
            <a:tailEnd type="arrow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直接箭头连接符 198">
            <a:extLst>
              <a:ext uri="{FF2B5EF4-FFF2-40B4-BE49-F238E27FC236}">
                <a16:creationId xmlns:a16="http://schemas.microsoft.com/office/drawing/2014/main" id="{79BCCF71-F396-B7E1-44B8-D50E03CB18EF}"/>
              </a:ext>
            </a:extLst>
          </p:cNvPr>
          <p:cNvCxnSpPr>
            <a:cxnSpLocks/>
            <a:stCxn id="2" idx="2"/>
            <a:endCxn id="5" idx="0"/>
          </p:cNvCxnSpPr>
          <p:nvPr/>
        </p:nvCxnSpPr>
        <p:spPr>
          <a:xfrm>
            <a:off x="7682407" y="2263244"/>
            <a:ext cx="0" cy="261116"/>
          </a:xfrm>
          <a:prstGeom prst="straightConnector1">
            <a:avLst/>
          </a:prstGeom>
          <a:ln w="19050">
            <a:tailEnd type="arrow"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1337EC15-A8A2-AF42-75AC-8939AFB479FD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1820" y="3411229"/>
            <a:ext cx="2064501" cy="2170213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43C6A98-8D77-344E-0AB6-68FC9F18FEC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59608" y="3405476"/>
            <a:ext cx="2064501" cy="2170213"/>
          </a:xfrm>
          <a:prstGeom prst="rect">
            <a:avLst/>
          </a:prstGeom>
        </p:spPr>
      </p:pic>
      <p:sp>
        <p:nvSpPr>
          <p:cNvPr id="91" name="椭圆 90">
            <a:extLst>
              <a:ext uri="{FF2B5EF4-FFF2-40B4-BE49-F238E27FC236}">
                <a16:creationId xmlns:a16="http://schemas.microsoft.com/office/drawing/2014/main" id="{DB514954-578D-B772-0C0B-ECA5E8FCD950}"/>
              </a:ext>
            </a:extLst>
          </p:cNvPr>
          <p:cNvSpPr>
            <a:spLocks noChangeAspect="1"/>
          </p:cNvSpPr>
          <p:nvPr/>
        </p:nvSpPr>
        <p:spPr>
          <a:xfrm>
            <a:off x="11242083" y="3968116"/>
            <a:ext cx="108001" cy="10800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99" dirty="0"/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8A176370-DC99-B507-057D-7EF51158FAC7}"/>
              </a:ext>
            </a:extLst>
          </p:cNvPr>
          <p:cNvSpPr txBox="1"/>
          <p:nvPr/>
        </p:nvSpPr>
        <p:spPr>
          <a:xfrm>
            <a:off x="9921057" y="3219633"/>
            <a:ext cx="846935" cy="3382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5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Suspect</a:t>
            </a:r>
            <a:endParaRPr lang="zh-CN" altLang="en-US" sz="159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55" name="对象 154">
            <a:extLst>
              <a:ext uri="{FF2B5EF4-FFF2-40B4-BE49-F238E27FC236}">
                <a16:creationId xmlns:a16="http://schemas.microsoft.com/office/drawing/2014/main" id="{3B5E18DD-B9AC-1795-199B-20C61A2D9C1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658758" y="3281456"/>
          <a:ext cx="212357" cy="25954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14120" imgH="139680" progId="Equation.DSMT4">
                  <p:embed/>
                </p:oleObj>
              </mc:Choice>
              <mc:Fallback>
                <p:oleObj name="Equation" r:id="rId14" imgW="114120" imgH="139680" progId="Equation.DSMT4">
                  <p:embed/>
                  <p:pic>
                    <p:nvPicPr>
                      <p:cNvPr id="155" name="对象 154">
                        <a:extLst>
                          <a:ext uri="{FF2B5EF4-FFF2-40B4-BE49-F238E27FC236}">
                            <a16:creationId xmlns:a16="http://schemas.microsoft.com/office/drawing/2014/main" id="{23E95B30-570B-8F79-77C4-4C6B613D87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0658758" y="3281456"/>
                        <a:ext cx="212357" cy="25954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652731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2">
            <a:extLst>
              <a:ext uri="{FF2B5EF4-FFF2-40B4-BE49-F238E27FC236}">
                <a16:creationId xmlns:a16="http://schemas.microsoft.com/office/drawing/2014/main" id="{04C57B49-C8A5-26BE-AFC2-7D079013E655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79860" y="3984108"/>
            <a:ext cx="2328858" cy="2633655"/>
          </a:xfrm>
          <a:prstGeom prst="rect">
            <a:avLst/>
          </a:prstGeom>
        </p:spPr>
      </p:pic>
      <p:pic>
        <p:nvPicPr>
          <p:cNvPr id="7" name="object 2">
            <a:extLst>
              <a:ext uri="{FF2B5EF4-FFF2-40B4-BE49-F238E27FC236}">
                <a16:creationId xmlns:a16="http://schemas.microsoft.com/office/drawing/2014/main" id="{867ACCD3-276E-79C5-E283-35D109CD83BE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139124" y="4083058"/>
            <a:ext cx="2328858" cy="263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559</TotalTime>
  <Words>62</Words>
  <Application>Microsoft Office PowerPoint</Application>
  <PresentationFormat>自定义</PresentationFormat>
  <Paragraphs>32</Paragraphs>
  <Slides>3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3" baseType="lpstr">
      <vt:lpstr>等线</vt:lpstr>
      <vt:lpstr>微软雅黑</vt:lpstr>
      <vt:lpstr>Arial</vt:lpstr>
      <vt:lpstr>Calibri</vt:lpstr>
      <vt:lpstr>Calibri Light</vt:lpstr>
      <vt:lpstr>Cambria Math</vt:lpstr>
      <vt:lpstr>Times New Roman</vt:lpstr>
      <vt:lpstr>Wingdings 2</vt:lpstr>
      <vt:lpstr>Office 主题​​</vt:lpstr>
      <vt:lpstr>Equation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CENTER liu</dc:creator>
  <cp:lastModifiedBy>CENTER liu</cp:lastModifiedBy>
  <cp:revision>113</cp:revision>
  <dcterms:created xsi:type="dcterms:W3CDTF">2025-01-02T06:51:55Z</dcterms:created>
  <dcterms:modified xsi:type="dcterms:W3CDTF">2025-01-05T13:54:32Z</dcterms:modified>
</cp:coreProperties>
</file>